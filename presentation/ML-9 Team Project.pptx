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63" r:id="rId2"/>
    <p:sldId id="265" r:id="rId3"/>
    <p:sldId id="26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F28C51-2C3D-4279-B2FF-42DE548B214C}" v="26" dt="2025-11-13T18:55:30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1356" autoAdjust="0"/>
  </p:normalViewPr>
  <p:slideViewPr>
    <p:cSldViewPr snapToGrid="0">
      <p:cViewPr>
        <p:scale>
          <a:sx n="100" d="100"/>
          <a:sy n="100" d="100"/>
        </p:scale>
        <p:origin x="2622" y="-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na Lamparter" userId="40358b886b8e0720" providerId="LiveId" clId="{CFCDC4DE-DDDB-4FA3-9B9F-37E9D6569BE1}"/>
    <pc:docChg chg="undo custSel addSld delSld modSld">
      <pc:chgData name="Christina Lamparter" userId="40358b886b8e0720" providerId="LiveId" clId="{CFCDC4DE-DDDB-4FA3-9B9F-37E9D6569BE1}" dt="2025-11-13T18:59:13.737" v="2297" actId="1038"/>
      <pc:docMkLst>
        <pc:docMk/>
      </pc:docMkLst>
      <pc:sldChg chg="modSp mod">
        <pc:chgData name="Christina Lamparter" userId="40358b886b8e0720" providerId="LiveId" clId="{CFCDC4DE-DDDB-4FA3-9B9F-37E9D6569BE1}" dt="2025-11-13T17:15:31.080" v="3" actId="20577"/>
        <pc:sldMkLst>
          <pc:docMk/>
          <pc:sldMk cId="117899002" sldId="263"/>
        </pc:sldMkLst>
        <pc:spChg chg="mod">
          <ac:chgData name="Christina Lamparter" userId="40358b886b8e0720" providerId="LiveId" clId="{CFCDC4DE-DDDB-4FA3-9B9F-37E9D6569BE1}" dt="2025-11-13T17:15:31.080" v="3" actId="20577"/>
          <ac:spMkLst>
            <pc:docMk/>
            <pc:sldMk cId="117899002" sldId="263"/>
            <ac:spMk id="78" creationId="{5E28C9A0-4B9B-F234-7298-8EB1EFE3045B}"/>
          </ac:spMkLst>
        </pc:spChg>
      </pc:sldChg>
      <pc:sldChg chg="del">
        <pc:chgData name="Christina Lamparter" userId="40358b886b8e0720" providerId="LiveId" clId="{CFCDC4DE-DDDB-4FA3-9B9F-37E9D6569BE1}" dt="2025-11-13T17:19:45.715" v="182" actId="47"/>
        <pc:sldMkLst>
          <pc:docMk/>
          <pc:sldMk cId="2593034153" sldId="264"/>
        </pc:sldMkLst>
      </pc:sldChg>
      <pc:sldChg chg="addSp delSp modSp mod modNotesTx">
        <pc:chgData name="Christina Lamparter" userId="40358b886b8e0720" providerId="LiveId" clId="{CFCDC4DE-DDDB-4FA3-9B9F-37E9D6569BE1}" dt="2025-11-13T18:59:13.737" v="2297" actId="1038"/>
        <pc:sldMkLst>
          <pc:docMk/>
          <pc:sldMk cId="2563166609" sldId="265"/>
        </pc:sldMkLst>
        <pc:spChg chg="add del mod">
          <ac:chgData name="Christina Lamparter" userId="40358b886b8e0720" providerId="LiveId" clId="{CFCDC4DE-DDDB-4FA3-9B9F-37E9D6569BE1}" dt="2025-11-13T18:54:23.350" v="2040" actId="1076"/>
          <ac:spMkLst>
            <pc:docMk/>
            <pc:sldMk cId="2563166609" sldId="265"/>
            <ac:spMk id="2" creationId="{B46A2D23-E4DC-5E8B-9A2C-B22E014670DE}"/>
          </ac:spMkLst>
        </pc:spChg>
        <pc:spChg chg="del mod ord">
          <ac:chgData name="Christina Lamparter" userId="40358b886b8e0720" providerId="LiveId" clId="{CFCDC4DE-DDDB-4FA3-9B9F-37E9D6569BE1}" dt="2025-11-13T17:56:56.914" v="1948" actId="478"/>
          <ac:spMkLst>
            <pc:docMk/>
            <pc:sldMk cId="2563166609" sldId="265"/>
            <ac:spMk id="4" creationId="{72515620-0355-F71C-C8BB-128DE6987585}"/>
          </ac:spMkLst>
        </pc:spChg>
        <pc:spChg chg="mod">
          <ac:chgData name="Christina Lamparter" userId="40358b886b8e0720" providerId="LiveId" clId="{CFCDC4DE-DDDB-4FA3-9B9F-37E9D6569BE1}" dt="2025-11-13T17:34:25.370" v="993" actId="12789"/>
          <ac:spMkLst>
            <pc:docMk/>
            <pc:sldMk cId="2563166609" sldId="265"/>
            <ac:spMk id="6" creationId="{1B36754F-0B82-0377-CE21-D90D96CD7FEC}"/>
          </ac:spMkLst>
        </pc:spChg>
        <pc:spChg chg="mod ord">
          <ac:chgData name="Christina Lamparter" userId="40358b886b8e0720" providerId="LiveId" clId="{CFCDC4DE-DDDB-4FA3-9B9F-37E9D6569BE1}" dt="2025-11-13T17:55:13.302" v="1891" actId="1035"/>
          <ac:spMkLst>
            <pc:docMk/>
            <pc:sldMk cId="2563166609" sldId="265"/>
            <ac:spMk id="8" creationId="{357D798C-CB8C-DB37-F273-1081FBFA6998}"/>
          </ac:spMkLst>
        </pc:spChg>
        <pc:spChg chg="del mod ord">
          <ac:chgData name="Christina Lamparter" userId="40358b886b8e0720" providerId="LiveId" clId="{CFCDC4DE-DDDB-4FA3-9B9F-37E9D6569BE1}" dt="2025-11-13T17:57:09.234" v="1951" actId="478"/>
          <ac:spMkLst>
            <pc:docMk/>
            <pc:sldMk cId="2563166609" sldId="265"/>
            <ac:spMk id="10" creationId="{DE6B04DA-0138-5C89-4FEB-AA1013725942}"/>
          </ac:spMkLst>
        </pc:spChg>
        <pc:spChg chg="add mod">
          <ac:chgData name="Christina Lamparter" userId="40358b886b8e0720" providerId="LiveId" clId="{CFCDC4DE-DDDB-4FA3-9B9F-37E9D6569BE1}" dt="2025-11-13T17:44:34.978" v="1445" actId="1035"/>
          <ac:spMkLst>
            <pc:docMk/>
            <pc:sldMk cId="2563166609" sldId="265"/>
            <ac:spMk id="12" creationId="{B4BFF1CB-8C2C-6DE9-8513-A9F73CD66DC1}"/>
          </ac:spMkLst>
        </pc:spChg>
        <pc:spChg chg="add mod">
          <ac:chgData name="Christina Lamparter" userId="40358b886b8e0720" providerId="LiveId" clId="{CFCDC4DE-DDDB-4FA3-9B9F-37E9D6569BE1}" dt="2025-11-13T17:44:34.978" v="1445" actId="1035"/>
          <ac:spMkLst>
            <pc:docMk/>
            <pc:sldMk cId="2563166609" sldId="265"/>
            <ac:spMk id="14" creationId="{B943C1F0-6D4B-09DE-A70B-1FAEE9940986}"/>
          </ac:spMkLst>
        </pc:spChg>
        <pc:spChg chg="mod ord">
          <ac:chgData name="Christina Lamparter" userId="40358b886b8e0720" providerId="LiveId" clId="{CFCDC4DE-DDDB-4FA3-9B9F-37E9D6569BE1}" dt="2025-11-13T18:54:18.311" v="2038" actId="1076"/>
          <ac:spMkLst>
            <pc:docMk/>
            <pc:sldMk cId="2563166609" sldId="265"/>
            <ac:spMk id="17" creationId="{506A9423-8A76-A3BD-3963-CDFF03AB75DD}"/>
          </ac:spMkLst>
        </pc:spChg>
        <pc:spChg chg="add del mod">
          <ac:chgData name="Christina Lamparter" userId="40358b886b8e0720" providerId="LiveId" clId="{CFCDC4DE-DDDB-4FA3-9B9F-37E9D6569BE1}" dt="2025-11-13T17:28:59.345" v="769" actId="21"/>
          <ac:spMkLst>
            <pc:docMk/>
            <pc:sldMk cId="2563166609" sldId="265"/>
            <ac:spMk id="22" creationId="{7ED35524-55F8-DA09-976D-A41BBDDB8AB5}"/>
          </ac:spMkLst>
        </pc:spChg>
        <pc:spChg chg="add mod">
          <ac:chgData name="Christina Lamparter" userId="40358b886b8e0720" providerId="LiveId" clId="{CFCDC4DE-DDDB-4FA3-9B9F-37E9D6569BE1}" dt="2025-11-13T17:44:34.978" v="1445" actId="1035"/>
          <ac:spMkLst>
            <pc:docMk/>
            <pc:sldMk cId="2563166609" sldId="265"/>
            <ac:spMk id="23" creationId="{BE25DA53-2D21-EBF9-D5C6-E157A9AE05C4}"/>
          </ac:spMkLst>
        </pc:spChg>
        <pc:spChg chg="mod">
          <ac:chgData name="Christina Lamparter" userId="40358b886b8e0720" providerId="LiveId" clId="{CFCDC4DE-DDDB-4FA3-9B9F-37E9D6569BE1}" dt="2025-11-13T17:40:04.986" v="1093" actId="27636"/>
          <ac:spMkLst>
            <pc:docMk/>
            <pc:sldMk cId="2563166609" sldId="265"/>
            <ac:spMk id="26" creationId="{4EB64565-27E8-3C86-C3DB-1558F74646CB}"/>
          </ac:spMkLst>
        </pc:spChg>
        <pc:spChg chg="mod">
          <ac:chgData name="Christina Lamparter" userId="40358b886b8e0720" providerId="LiveId" clId="{CFCDC4DE-DDDB-4FA3-9B9F-37E9D6569BE1}" dt="2025-11-13T17:21:50.359" v="285" actId="20577"/>
          <ac:spMkLst>
            <pc:docMk/>
            <pc:sldMk cId="2563166609" sldId="265"/>
            <ac:spMk id="27" creationId="{6686E433-E328-D075-0345-57846F3CDD14}"/>
          </ac:spMkLst>
        </pc:spChg>
        <pc:spChg chg="del">
          <ac:chgData name="Christina Lamparter" userId="40358b886b8e0720" providerId="LiveId" clId="{CFCDC4DE-DDDB-4FA3-9B9F-37E9D6569BE1}" dt="2025-11-13T17:19:11.806" v="153" actId="478"/>
          <ac:spMkLst>
            <pc:docMk/>
            <pc:sldMk cId="2563166609" sldId="265"/>
            <ac:spMk id="28" creationId="{827195ED-DA81-BAFC-15B1-78E79C0664CA}"/>
          </ac:spMkLst>
        </pc:spChg>
        <pc:spChg chg="del">
          <ac:chgData name="Christina Lamparter" userId="40358b886b8e0720" providerId="LiveId" clId="{CFCDC4DE-DDDB-4FA3-9B9F-37E9D6569BE1}" dt="2025-11-13T17:22:08.981" v="286" actId="478"/>
          <ac:spMkLst>
            <pc:docMk/>
            <pc:sldMk cId="2563166609" sldId="265"/>
            <ac:spMk id="29" creationId="{C23A2754-D65A-6697-EBDA-2C4419147FD0}"/>
          </ac:spMkLst>
        </pc:spChg>
        <pc:spChg chg="del">
          <ac:chgData name="Christina Lamparter" userId="40358b886b8e0720" providerId="LiveId" clId="{CFCDC4DE-DDDB-4FA3-9B9F-37E9D6569BE1}" dt="2025-11-13T17:22:08.981" v="286" actId="478"/>
          <ac:spMkLst>
            <pc:docMk/>
            <pc:sldMk cId="2563166609" sldId="265"/>
            <ac:spMk id="30" creationId="{50D9C39E-AD53-C525-6A9B-63EC86AD1023}"/>
          </ac:spMkLst>
        </pc:spChg>
        <pc:spChg chg="del">
          <ac:chgData name="Christina Lamparter" userId="40358b886b8e0720" providerId="LiveId" clId="{CFCDC4DE-DDDB-4FA3-9B9F-37E9D6569BE1}" dt="2025-11-13T17:22:08.981" v="286" actId="478"/>
          <ac:spMkLst>
            <pc:docMk/>
            <pc:sldMk cId="2563166609" sldId="265"/>
            <ac:spMk id="31" creationId="{979F31B1-064A-BA16-18F0-BDB16A95605D}"/>
          </ac:spMkLst>
        </pc:spChg>
        <pc:spChg chg="del">
          <ac:chgData name="Christina Lamparter" userId="40358b886b8e0720" providerId="LiveId" clId="{CFCDC4DE-DDDB-4FA3-9B9F-37E9D6569BE1}" dt="2025-11-13T17:22:21.110" v="288" actId="478"/>
          <ac:spMkLst>
            <pc:docMk/>
            <pc:sldMk cId="2563166609" sldId="265"/>
            <ac:spMk id="32" creationId="{39F65E2B-8606-F925-FB67-81C657FDAF00}"/>
          </ac:spMkLst>
        </pc:spChg>
        <pc:spChg chg="add mod">
          <ac:chgData name="Christina Lamparter" userId="40358b886b8e0720" providerId="LiveId" clId="{CFCDC4DE-DDDB-4FA3-9B9F-37E9D6569BE1}" dt="2025-11-13T17:44:34.978" v="1445" actId="1035"/>
          <ac:spMkLst>
            <pc:docMk/>
            <pc:sldMk cId="2563166609" sldId="265"/>
            <ac:spMk id="38" creationId="{0188A42C-3388-E154-208D-89880019D3B1}"/>
          </ac:spMkLst>
        </pc:spChg>
        <pc:spChg chg="mod">
          <ac:chgData name="Christina Lamparter" userId="40358b886b8e0720" providerId="LiveId" clId="{CFCDC4DE-DDDB-4FA3-9B9F-37E9D6569BE1}" dt="2025-11-13T17:54:37.274" v="1829" actId="27636"/>
          <ac:spMkLst>
            <pc:docMk/>
            <pc:sldMk cId="2563166609" sldId="265"/>
            <ac:spMk id="47" creationId="{855C2165-18D7-A729-C42B-0742D6E0EF0B}"/>
          </ac:spMkLst>
        </pc:spChg>
        <pc:spChg chg="mod">
          <ac:chgData name="Christina Lamparter" userId="40358b886b8e0720" providerId="LiveId" clId="{CFCDC4DE-DDDB-4FA3-9B9F-37E9D6569BE1}" dt="2025-11-13T17:56:50.242" v="1947" actId="20577"/>
          <ac:spMkLst>
            <pc:docMk/>
            <pc:sldMk cId="2563166609" sldId="265"/>
            <ac:spMk id="48" creationId="{9999E12D-9293-17EA-1F91-023802D61FD9}"/>
          </ac:spMkLst>
        </pc:spChg>
        <pc:spChg chg="mod">
          <ac:chgData name="Christina Lamparter" userId="40358b886b8e0720" providerId="LiveId" clId="{CFCDC4DE-DDDB-4FA3-9B9F-37E9D6569BE1}" dt="2025-11-13T17:28:07.257" v="714" actId="1038"/>
          <ac:spMkLst>
            <pc:docMk/>
            <pc:sldMk cId="2563166609" sldId="265"/>
            <ac:spMk id="49" creationId="{AD45598D-202A-4E17-B136-F0CB3DE259F7}"/>
          </ac:spMkLst>
        </pc:spChg>
        <pc:spChg chg="del mod">
          <ac:chgData name="Christina Lamparter" userId="40358b886b8e0720" providerId="LiveId" clId="{CFCDC4DE-DDDB-4FA3-9B9F-37E9D6569BE1}" dt="2025-11-13T17:41:56.186" v="1233" actId="478"/>
          <ac:spMkLst>
            <pc:docMk/>
            <pc:sldMk cId="2563166609" sldId="265"/>
            <ac:spMk id="50" creationId="{691E7816-1D05-EB11-554D-25CB417B9A17}"/>
          </ac:spMkLst>
        </pc:spChg>
        <pc:spChg chg="add mod">
          <ac:chgData name="Christina Lamparter" userId="40358b886b8e0720" providerId="LiveId" clId="{CFCDC4DE-DDDB-4FA3-9B9F-37E9D6569BE1}" dt="2025-11-13T17:44:34.978" v="1445" actId="1035"/>
          <ac:spMkLst>
            <pc:docMk/>
            <pc:sldMk cId="2563166609" sldId="265"/>
            <ac:spMk id="52" creationId="{D8458432-EFCF-91FE-C64E-71CB6A1FBD29}"/>
          </ac:spMkLst>
        </pc:spChg>
        <pc:spChg chg="add mod">
          <ac:chgData name="Christina Lamparter" userId="40358b886b8e0720" providerId="LiveId" clId="{CFCDC4DE-DDDB-4FA3-9B9F-37E9D6569BE1}" dt="2025-11-13T17:44:34.978" v="1445" actId="1035"/>
          <ac:spMkLst>
            <pc:docMk/>
            <pc:sldMk cId="2563166609" sldId="265"/>
            <ac:spMk id="53" creationId="{B0201234-1C4A-4A08-AF38-00AA2E28A857}"/>
          </ac:spMkLst>
        </pc:spChg>
        <pc:spChg chg="add mod">
          <ac:chgData name="Christina Lamparter" userId="40358b886b8e0720" providerId="LiveId" clId="{CFCDC4DE-DDDB-4FA3-9B9F-37E9D6569BE1}" dt="2025-11-13T17:44:34.978" v="1445" actId="1035"/>
          <ac:spMkLst>
            <pc:docMk/>
            <pc:sldMk cId="2563166609" sldId="265"/>
            <ac:spMk id="54" creationId="{71F815CB-D7A1-8D1D-4593-8624CDC9201F}"/>
          </ac:spMkLst>
        </pc:spChg>
        <pc:spChg chg="add mod">
          <ac:chgData name="Christina Lamparter" userId="40358b886b8e0720" providerId="LiveId" clId="{CFCDC4DE-DDDB-4FA3-9B9F-37E9D6569BE1}" dt="2025-11-13T17:44:34.978" v="1445" actId="1035"/>
          <ac:spMkLst>
            <pc:docMk/>
            <pc:sldMk cId="2563166609" sldId="265"/>
            <ac:spMk id="55" creationId="{73064FF1-9A9B-49BA-E9D8-B6C75BCFF78A}"/>
          </ac:spMkLst>
        </pc:spChg>
        <pc:spChg chg="del">
          <ac:chgData name="Christina Lamparter" userId="40358b886b8e0720" providerId="LiveId" clId="{CFCDC4DE-DDDB-4FA3-9B9F-37E9D6569BE1}" dt="2025-11-13T17:22:24.895" v="289" actId="478"/>
          <ac:spMkLst>
            <pc:docMk/>
            <pc:sldMk cId="2563166609" sldId="265"/>
            <ac:spMk id="61" creationId="{F140BFD5-610E-F361-20DD-7D706C62462C}"/>
          </ac:spMkLst>
        </pc:spChg>
        <pc:spChg chg="add del mod">
          <ac:chgData name="Christina Lamparter" userId="40358b886b8e0720" providerId="LiveId" clId="{CFCDC4DE-DDDB-4FA3-9B9F-37E9D6569BE1}" dt="2025-11-13T17:57:05.264" v="1950" actId="478"/>
          <ac:spMkLst>
            <pc:docMk/>
            <pc:sldMk cId="2563166609" sldId="265"/>
            <ac:spMk id="67" creationId="{C77858BA-5EB8-5A55-7964-8DC86636CA6E}"/>
          </ac:spMkLst>
        </pc:spChg>
        <pc:spChg chg="add del mod">
          <ac:chgData name="Christina Lamparter" userId="40358b886b8e0720" providerId="LiveId" clId="{CFCDC4DE-DDDB-4FA3-9B9F-37E9D6569BE1}" dt="2025-11-13T17:57:09.234" v="1951" actId="478"/>
          <ac:spMkLst>
            <pc:docMk/>
            <pc:sldMk cId="2563166609" sldId="265"/>
            <ac:spMk id="68" creationId="{07C4EE0B-77BF-962F-7C1A-15F2E007B510}"/>
          </ac:spMkLst>
        </pc:spChg>
        <pc:spChg chg="add mod">
          <ac:chgData name="Christina Lamparter" userId="40358b886b8e0720" providerId="LiveId" clId="{CFCDC4DE-DDDB-4FA3-9B9F-37E9D6569BE1}" dt="2025-11-13T17:52:39.721" v="1804"/>
          <ac:spMkLst>
            <pc:docMk/>
            <pc:sldMk cId="2563166609" sldId="265"/>
            <ac:spMk id="69" creationId="{87C99B51-DBC0-0285-CBAB-72C9E1510DCF}"/>
          </ac:spMkLst>
        </pc:spChg>
        <pc:spChg chg="add mod">
          <ac:chgData name="Christina Lamparter" userId="40358b886b8e0720" providerId="LiveId" clId="{CFCDC4DE-DDDB-4FA3-9B9F-37E9D6569BE1}" dt="2025-11-13T17:52:38.476" v="1803"/>
          <ac:spMkLst>
            <pc:docMk/>
            <pc:sldMk cId="2563166609" sldId="265"/>
            <ac:spMk id="70" creationId="{46F81CE1-4AC4-53E5-E8D0-3F8B73A4428D}"/>
          </ac:spMkLst>
        </pc:spChg>
        <pc:spChg chg="add del mod">
          <ac:chgData name="Christina Lamparter" userId="40358b886b8e0720" providerId="LiveId" clId="{CFCDC4DE-DDDB-4FA3-9B9F-37E9D6569BE1}" dt="2025-11-13T17:57:02.291" v="1949" actId="478"/>
          <ac:spMkLst>
            <pc:docMk/>
            <pc:sldMk cId="2563166609" sldId="265"/>
            <ac:spMk id="72" creationId="{1DD75C72-1E3F-BB6D-E8F6-FD6BF1EFA717}"/>
          </ac:spMkLst>
        </pc:spChg>
        <pc:spChg chg="add mod">
          <ac:chgData name="Christina Lamparter" userId="40358b886b8e0720" providerId="LiveId" clId="{CFCDC4DE-DDDB-4FA3-9B9F-37E9D6569BE1}" dt="2025-11-13T18:55:08.120" v="2097" actId="1036"/>
          <ac:spMkLst>
            <pc:docMk/>
            <pc:sldMk cId="2563166609" sldId="265"/>
            <ac:spMk id="73" creationId="{87C465D5-0561-6B51-F83D-1D06DE4B30C3}"/>
          </ac:spMkLst>
        </pc:spChg>
        <pc:spChg chg="add mod">
          <ac:chgData name="Christina Lamparter" userId="40358b886b8e0720" providerId="LiveId" clId="{CFCDC4DE-DDDB-4FA3-9B9F-37E9D6569BE1}" dt="2025-11-13T18:55:08.120" v="2097" actId="1036"/>
          <ac:spMkLst>
            <pc:docMk/>
            <pc:sldMk cId="2563166609" sldId="265"/>
            <ac:spMk id="74" creationId="{5F150BCF-CB4F-30B6-6B8A-19D7B7C83F43}"/>
          </ac:spMkLst>
        </pc:spChg>
        <pc:spChg chg="add mod">
          <ac:chgData name="Christina Lamparter" userId="40358b886b8e0720" providerId="LiveId" clId="{CFCDC4DE-DDDB-4FA3-9B9F-37E9D6569BE1}" dt="2025-11-13T18:59:13.737" v="2297" actId="1038"/>
          <ac:spMkLst>
            <pc:docMk/>
            <pc:sldMk cId="2563166609" sldId="265"/>
            <ac:spMk id="75" creationId="{523684A1-F2B3-393B-03A5-6ECBA1CAA46B}"/>
          </ac:spMkLst>
        </pc:spChg>
        <pc:spChg chg="add mod">
          <ac:chgData name="Christina Lamparter" userId="40358b886b8e0720" providerId="LiveId" clId="{CFCDC4DE-DDDB-4FA3-9B9F-37E9D6569BE1}" dt="2025-11-13T18:58:54.223" v="2281" actId="1037"/>
          <ac:spMkLst>
            <pc:docMk/>
            <pc:sldMk cId="2563166609" sldId="265"/>
            <ac:spMk id="82" creationId="{5BD73C2B-8734-CECA-176F-52E7504CFFDA}"/>
          </ac:spMkLst>
        </pc:spChg>
        <pc:spChg chg="add mod">
          <ac:chgData name="Christina Lamparter" userId="40358b886b8e0720" providerId="LiveId" clId="{CFCDC4DE-DDDB-4FA3-9B9F-37E9D6569BE1}" dt="2025-11-13T18:58:58.477" v="2288" actId="1038"/>
          <ac:spMkLst>
            <pc:docMk/>
            <pc:sldMk cId="2563166609" sldId="265"/>
            <ac:spMk id="84" creationId="{601289B8-F119-B8BE-907A-8849F2AC6592}"/>
          </ac:spMkLst>
        </pc:spChg>
        <pc:grpChg chg="add del mod">
          <ac:chgData name="Christina Lamparter" userId="40358b886b8e0720" providerId="LiveId" clId="{CFCDC4DE-DDDB-4FA3-9B9F-37E9D6569BE1}" dt="2025-11-13T17:51:59.267" v="1801" actId="478"/>
          <ac:grpSpMkLst>
            <pc:docMk/>
            <pc:sldMk cId="2563166609" sldId="265"/>
            <ac:grpSpMk id="11" creationId="{C42D35D2-6C15-23B6-F2FD-3A431FA544B0}"/>
          </ac:grpSpMkLst>
        </pc:grpChg>
        <pc:grpChg chg="mod">
          <ac:chgData name="Christina Lamparter" userId="40358b886b8e0720" providerId="LiveId" clId="{CFCDC4DE-DDDB-4FA3-9B9F-37E9D6569BE1}" dt="2025-11-13T17:48:57.651" v="1643" actId="12789"/>
          <ac:grpSpMkLst>
            <pc:docMk/>
            <pc:sldMk cId="2563166609" sldId="265"/>
            <ac:grpSpMk id="16" creationId="{AC8D1D52-C26A-A466-0A76-0FA168F61024}"/>
          </ac:grpSpMkLst>
        </pc:grpChg>
        <pc:grpChg chg="del">
          <ac:chgData name="Christina Lamparter" userId="40358b886b8e0720" providerId="LiveId" clId="{CFCDC4DE-DDDB-4FA3-9B9F-37E9D6569BE1}" dt="2025-11-13T17:22:08.981" v="286" actId="478"/>
          <ac:grpSpMkLst>
            <pc:docMk/>
            <pc:sldMk cId="2563166609" sldId="265"/>
            <ac:grpSpMk id="40" creationId="{E189EA93-5D78-FC19-9424-30CAC65743AF}"/>
          </ac:grpSpMkLst>
        </pc:grpChg>
        <pc:picChg chg="mod">
          <ac:chgData name="Christina Lamparter" userId="40358b886b8e0720" providerId="LiveId" clId="{CFCDC4DE-DDDB-4FA3-9B9F-37E9D6569BE1}" dt="2025-11-13T17:21:33.962" v="275" actId="164"/>
          <ac:picMkLst>
            <pc:docMk/>
            <pc:sldMk cId="2563166609" sldId="265"/>
            <ac:picMk id="5" creationId="{0DE00868-C415-F9B2-B58E-B8134A33DFE0}"/>
          </ac:picMkLst>
        </pc:picChg>
        <pc:picChg chg="add mod">
          <ac:chgData name="Christina Lamparter" userId="40358b886b8e0720" providerId="LiveId" clId="{CFCDC4DE-DDDB-4FA3-9B9F-37E9D6569BE1}" dt="2025-11-13T17:48:57.651" v="1643" actId="12789"/>
          <ac:picMkLst>
            <pc:docMk/>
            <pc:sldMk cId="2563166609" sldId="265"/>
            <ac:picMk id="7" creationId="{CFB7FB2E-133A-A95A-00D6-ACFAB2FDA4E9}"/>
          </ac:picMkLst>
        </pc:picChg>
        <pc:picChg chg="mod">
          <ac:chgData name="Christina Lamparter" userId="40358b886b8e0720" providerId="LiveId" clId="{CFCDC4DE-DDDB-4FA3-9B9F-37E9D6569BE1}" dt="2025-11-13T17:21:33.962" v="275" actId="164"/>
          <ac:picMkLst>
            <pc:docMk/>
            <pc:sldMk cId="2563166609" sldId="265"/>
            <ac:picMk id="9" creationId="{81FC1893-5F30-D3A9-6DD2-58D0ED3EAF06}"/>
          </ac:picMkLst>
        </pc:picChg>
        <pc:picChg chg="mod">
          <ac:chgData name="Christina Lamparter" userId="40358b886b8e0720" providerId="LiveId" clId="{CFCDC4DE-DDDB-4FA3-9B9F-37E9D6569BE1}" dt="2025-11-13T17:19:07.261" v="152" actId="208"/>
          <ac:picMkLst>
            <pc:docMk/>
            <pc:sldMk cId="2563166609" sldId="265"/>
            <ac:picMk id="13" creationId="{3F3F55E5-1FAD-DF47-BBF7-AC04F4ABB4BE}"/>
          </ac:picMkLst>
        </pc:picChg>
        <pc:picChg chg="mod">
          <ac:chgData name="Christina Lamparter" userId="40358b886b8e0720" providerId="LiveId" clId="{CFCDC4DE-DDDB-4FA3-9B9F-37E9D6569BE1}" dt="2025-11-13T17:19:07.261" v="152" actId="208"/>
          <ac:picMkLst>
            <pc:docMk/>
            <pc:sldMk cId="2563166609" sldId="265"/>
            <ac:picMk id="15" creationId="{42E850BD-D5C8-0CBB-5B7F-1DFDBCDE780D}"/>
          </ac:picMkLst>
        </pc:picChg>
        <pc:picChg chg="mod">
          <ac:chgData name="Christina Lamparter" userId="40358b886b8e0720" providerId="LiveId" clId="{CFCDC4DE-DDDB-4FA3-9B9F-37E9D6569BE1}" dt="2025-11-13T17:21:33.962" v="275" actId="164"/>
          <ac:picMkLst>
            <pc:docMk/>
            <pc:sldMk cId="2563166609" sldId="265"/>
            <ac:picMk id="18" creationId="{03DBE763-91D0-E1C6-2DF2-8E7171CCF47B}"/>
          </ac:picMkLst>
        </pc:picChg>
        <pc:picChg chg="del">
          <ac:chgData name="Christina Lamparter" userId="40358b886b8e0720" providerId="LiveId" clId="{CFCDC4DE-DDDB-4FA3-9B9F-37E9D6569BE1}" dt="2025-11-13T17:19:11.806" v="153" actId="478"/>
          <ac:picMkLst>
            <pc:docMk/>
            <pc:sldMk cId="2563166609" sldId="265"/>
            <ac:picMk id="19" creationId="{E32883CE-6E7D-AC95-47AA-C7D7051BBE0E}"/>
          </ac:picMkLst>
        </pc:picChg>
        <pc:picChg chg="del">
          <ac:chgData name="Christina Lamparter" userId="40358b886b8e0720" providerId="LiveId" clId="{CFCDC4DE-DDDB-4FA3-9B9F-37E9D6569BE1}" dt="2025-11-13T17:17:58.904" v="86" actId="478"/>
          <ac:picMkLst>
            <pc:docMk/>
            <pc:sldMk cId="2563166609" sldId="265"/>
            <ac:picMk id="21" creationId="{02871A59-33F9-C7FB-2241-D0CAEB3BC9BD}"/>
          </ac:picMkLst>
        </pc:picChg>
        <pc:picChg chg="mod">
          <ac:chgData name="Christina Lamparter" userId="40358b886b8e0720" providerId="LiveId" clId="{CFCDC4DE-DDDB-4FA3-9B9F-37E9D6569BE1}" dt="2025-11-13T17:21:33.962" v="275" actId="164"/>
          <ac:picMkLst>
            <pc:docMk/>
            <pc:sldMk cId="2563166609" sldId="265"/>
            <ac:picMk id="25" creationId="{BEF00184-31D9-4F99-B1CB-4E0F5DD4F329}"/>
          </ac:picMkLst>
        </pc:picChg>
        <pc:picChg chg="add mod">
          <ac:chgData name="Christina Lamparter" userId="40358b886b8e0720" providerId="LiveId" clId="{CFCDC4DE-DDDB-4FA3-9B9F-37E9D6569BE1}" dt="2025-11-13T17:55:46.949" v="1900" actId="1038"/>
          <ac:picMkLst>
            <pc:docMk/>
            <pc:sldMk cId="2563166609" sldId="265"/>
            <ac:picMk id="33" creationId="{23F5AAD2-025B-0AE9-2BAE-7611BBF3009E}"/>
          </ac:picMkLst>
        </pc:picChg>
        <pc:picChg chg="add mod">
          <ac:chgData name="Christina Lamparter" userId="40358b886b8e0720" providerId="LiveId" clId="{CFCDC4DE-DDDB-4FA3-9B9F-37E9D6569BE1}" dt="2025-11-13T17:48:57.651" v="1643" actId="12789"/>
          <ac:picMkLst>
            <pc:docMk/>
            <pc:sldMk cId="2563166609" sldId="265"/>
            <ac:picMk id="35" creationId="{C57F7C72-116A-5D93-6640-E79EA4DCF851}"/>
          </ac:picMkLst>
        </pc:picChg>
        <pc:picChg chg="del">
          <ac:chgData name="Christina Lamparter" userId="40358b886b8e0720" providerId="LiveId" clId="{CFCDC4DE-DDDB-4FA3-9B9F-37E9D6569BE1}" dt="2025-11-13T17:22:08.981" v="286" actId="478"/>
          <ac:picMkLst>
            <pc:docMk/>
            <pc:sldMk cId="2563166609" sldId="265"/>
            <ac:picMk id="36" creationId="{384A0315-62CE-EC01-7775-1B3DAF308364}"/>
          </ac:picMkLst>
        </pc:picChg>
        <pc:picChg chg="del">
          <ac:chgData name="Christina Lamparter" userId="40358b886b8e0720" providerId="LiveId" clId="{CFCDC4DE-DDDB-4FA3-9B9F-37E9D6569BE1}" dt="2025-11-13T17:22:08.981" v="286" actId="478"/>
          <ac:picMkLst>
            <pc:docMk/>
            <pc:sldMk cId="2563166609" sldId="265"/>
            <ac:picMk id="37" creationId="{CA349C72-F0A9-09A4-627D-C58C2A5592DC}"/>
          </ac:picMkLst>
        </pc:picChg>
        <pc:picChg chg="del">
          <ac:chgData name="Christina Lamparter" userId="40358b886b8e0720" providerId="LiveId" clId="{CFCDC4DE-DDDB-4FA3-9B9F-37E9D6569BE1}" dt="2025-11-13T17:22:08.981" v="286" actId="478"/>
          <ac:picMkLst>
            <pc:docMk/>
            <pc:sldMk cId="2563166609" sldId="265"/>
            <ac:picMk id="39" creationId="{E3F5C9E4-3514-9AD3-7697-EEA8AB08D61B}"/>
          </ac:picMkLst>
        </pc:picChg>
        <pc:picChg chg="del">
          <ac:chgData name="Christina Lamparter" userId="40358b886b8e0720" providerId="LiveId" clId="{CFCDC4DE-DDDB-4FA3-9B9F-37E9D6569BE1}" dt="2025-11-13T17:22:08.981" v="286" actId="478"/>
          <ac:picMkLst>
            <pc:docMk/>
            <pc:sldMk cId="2563166609" sldId="265"/>
            <ac:picMk id="43" creationId="{4F608EA6-341A-CE58-08E6-8CEB0246BA25}"/>
          </ac:picMkLst>
        </pc:picChg>
        <pc:picChg chg="mod">
          <ac:chgData name="Christina Lamparter" userId="40358b886b8e0720" providerId="LiveId" clId="{CFCDC4DE-DDDB-4FA3-9B9F-37E9D6569BE1}" dt="2025-11-13T17:34:12.909" v="992" actId="1037"/>
          <ac:picMkLst>
            <pc:docMk/>
            <pc:sldMk cId="2563166609" sldId="265"/>
            <ac:picMk id="45" creationId="{140B76D6-B407-D66A-D65B-573419B12CF3}"/>
          </ac:picMkLst>
        </pc:picChg>
        <pc:picChg chg="mod">
          <ac:chgData name="Christina Lamparter" userId="40358b886b8e0720" providerId="LiveId" clId="{CFCDC4DE-DDDB-4FA3-9B9F-37E9D6569BE1}" dt="2025-11-13T17:28:18.271" v="733" actId="1038"/>
          <ac:picMkLst>
            <pc:docMk/>
            <pc:sldMk cId="2563166609" sldId="265"/>
            <ac:picMk id="46" creationId="{BFEDA3C6-ED9D-95E7-C56F-F6867E67116E}"/>
          </ac:picMkLst>
        </pc:picChg>
        <pc:picChg chg="add mod">
          <ac:chgData name="Christina Lamparter" userId="40358b886b8e0720" providerId="LiveId" clId="{CFCDC4DE-DDDB-4FA3-9B9F-37E9D6569BE1}" dt="2025-11-13T17:48:57.651" v="1643" actId="12789"/>
          <ac:picMkLst>
            <pc:docMk/>
            <pc:sldMk cId="2563166609" sldId="265"/>
            <ac:picMk id="51" creationId="{CA0B3B4B-1BAF-F04F-7D32-B71D8DBDA4BD}"/>
          </ac:picMkLst>
        </pc:picChg>
        <pc:picChg chg="add del mod">
          <ac:chgData name="Christina Lamparter" userId="40358b886b8e0720" providerId="LiveId" clId="{CFCDC4DE-DDDB-4FA3-9B9F-37E9D6569BE1}" dt="2025-11-13T17:48:18.445" v="1621" actId="478"/>
          <ac:picMkLst>
            <pc:docMk/>
            <pc:sldMk cId="2563166609" sldId="265"/>
            <ac:picMk id="57" creationId="{A9860B35-8994-3CC2-3464-C9D96F4D9C42}"/>
          </ac:picMkLst>
        </pc:picChg>
        <pc:picChg chg="add mod">
          <ac:chgData name="Christina Lamparter" userId="40358b886b8e0720" providerId="LiveId" clId="{CFCDC4DE-DDDB-4FA3-9B9F-37E9D6569BE1}" dt="2025-11-13T17:49:10.901" v="1660" actId="1038"/>
          <ac:picMkLst>
            <pc:docMk/>
            <pc:sldMk cId="2563166609" sldId="265"/>
            <ac:picMk id="59" creationId="{6E4C3BFF-CE47-8A80-C20F-8EEDE2C1DAEF}"/>
          </ac:picMkLst>
        </pc:picChg>
        <pc:picChg chg="add del mod">
          <ac:chgData name="Christina Lamparter" userId="40358b886b8e0720" providerId="LiveId" clId="{CFCDC4DE-DDDB-4FA3-9B9F-37E9D6569BE1}" dt="2025-11-13T17:46:11.926" v="1532" actId="478"/>
          <ac:picMkLst>
            <pc:docMk/>
            <pc:sldMk cId="2563166609" sldId="265"/>
            <ac:picMk id="62" creationId="{3DE0A681-BAB6-AD9B-C0AD-EB3A4EB0F952}"/>
          </ac:picMkLst>
        </pc:picChg>
        <pc:picChg chg="add mod">
          <ac:chgData name="Christina Lamparter" userId="40358b886b8e0720" providerId="LiveId" clId="{CFCDC4DE-DDDB-4FA3-9B9F-37E9D6569BE1}" dt="2025-11-13T17:49:07.039" v="1654" actId="1038"/>
          <ac:picMkLst>
            <pc:docMk/>
            <pc:sldMk cId="2563166609" sldId="265"/>
            <ac:picMk id="64" creationId="{45C6C08E-9136-47CB-3B4F-584B9F0762E2}"/>
          </ac:picMkLst>
        </pc:picChg>
        <pc:picChg chg="add mod">
          <ac:chgData name="Christina Lamparter" userId="40358b886b8e0720" providerId="LiveId" clId="{CFCDC4DE-DDDB-4FA3-9B9F-37E9D6569BE1}" dt="2025-11-13T17:48:57.651" v="1643" actId="12789"/>
          <ac:picMkLst>
            <pc:docMk/>
            <pc:sldMk cId="2563166609" sldId="265"/>
            <ac:picMk id="66" creationId="{D58BA374-6A53-9D41-06D5-A85F7B89F2DF}"/>
          </ac:picMkLst>
        </pc:picChg>
        <pc:picChg chg="add mod">
          <ac:chgData name="Christina Lamparter" userId="40358b886b8e0720" providerId="LiveId" clId="{CFCDC4DE-DDDB-4FA3-9B9F-37E9D6569BE1}" dt="2025-11-13T18:55:08.120" v="2097" actId="1036"/>
          <ac:picMkLst>
            <pc:docMk/>
            <pc:sldMk cId="2563166609" sldId="265"/>
            <ac:picMk id="77" creationId="{D42A3C75-7555-C057-4AC2-02CD5C924DED}"/>
          </ac:picMkLst>
        </pc:picChg>
        <pc:picChg chg="add mod">
          <ac:chgData name="Christina Lamparter" userId="40358b886b8e0720" providerId="LiveId" clId="{CFCDC4DE-DDDB-4FA3-9B9F-37E9D6569BE1}" dt="2025-11-13T18:59:13.737" v="2297" actId="1038"/>
          <ac:picMkLst>
            <pc:docMk/>
            <pc:sldMk cId="2563166609" sldId="265"/>
            <ac:picMk id="79" creationId="{E9C6C3F4-3B0B-452B-790B-4ABB7A700C2C}"/>
          </ac:picMkLst>
        </pc:picChg>
        <pc:picChg chg="add mod">
          <ac:chgData name="Christina Lamparter" userId="40358b886b8e0720" providerId="LiveId" clId="{CFCDC4DE-DDDB-4FA3-9B9F-37E9D6569BE1}" dt="2025-11-13T18:55:08.120" v="2097" actId="1036"/>
          <ac:picMkLst>
            <pc:docMk/>
            <pc:sldMk cId="2563166609" sldId="265"/>
            <ac:picMk id="81" creationId="{CC2A14D1-55CC-8C7B-A33F-10BD7EEAC7F9}"/>
          </ac:picMkLst>
        </pc:picChg>
      </pc:sldChg>
      <pc:sldChg chg="addSp delSp modSp add mod">
        <pc:chgData name="Christina Lamparter" userId="40358b886b8e0720" providerId="LiveId" clId="{CFCDC4DE-DDDB-4FA3-9B9F-37E9D6569BE1}" dt="2025-11-13T17:52:46.470" v="1806" actId="478"/>
        <pc:sldMkLst>
          <pc:docMk/>
          <pc:sldMk cId="1349483466" sldId="266"/>
        </pc:sldMkLst>
        <pc:spChg chg="del">
          <ac:chgData name="Christina Lamparter" userId="40358b886b8e0720" providerId="LiveId" clId="{CFCDC4DE-DDDB-4FA3-9B9F-37E9D6569BE1}" dt="2025-11-13T17:52:46.470" v="1806" actId="478"/>
          <ac:spMkLst>
            <pc:docMk/>
            <pc:sldMk cId="1349483466" sldId="266"/>
            <ac:spMk id="6" creationId="{AB93640B-CA5D-8038-1A31-7B36E95B0D78}"/>
          </ac:spMkLst>
        </pc:spChg>
        <pc:spChg chg="del">
          <ac:chgData name="Christina Lamparter" userId="40358b886b8e0720" providerId="LiveId" clId="{CFCDC4DE-DDDB-4FA3-9B9F-37E9D6569BE1}" dt="2025-11-13T17:52:46.470" v="1806" actId="478"/>
          <ac:spMkLst>
            <pc:docMk/>
            <pc:sldMk cId="1349483466" sldId="266"/>
            <ac:spMk id="10" creationId="{1E0EB9EC-87B6-3B64-EC95-D6C0343B342F}"/>
          </ac:spMkLst>
        </pc:spChg>
        <pc:spChg chg="add mod">
          <ac:chgData name="Christina Lamparter" userId="40358b886b8e0720" providerId="LiveId" clId="{CFCDC4DE-DDDB-4FA3-9B9F-37E9D6569BE1}" dt="2025-11-13T17:52:46.470" v="1806" actId="478"/>
          <ac:spMkLst>
            <pc:docMk/>
            <pc:sldMk cId="1349483466" sldId="266"/>
            <ac:spMk id="11" creationId="{E9CAE849-F787-4983-49D6-5DA2910241F1}"/>
          </ac:spMkLst>
        </pc:spChg>
        <pc:spChg chg="del">
          <ac:chgData name="Christina Lamparter" userId="40358b886b8e0720" providerId="LiveId" clId="{CFCDC4DE-DDDB-4FA3-9B9F-37E9D6569BE1}" dt="2025-11-13T17:52:46.470" v="1806" actId="478"/>
          <ac:spMkLst>
            <pc:docMk/>
            <pc:sldMk cId="1349483466" sldId="266"/>
            <ac:spMk id="14" creationId="{C2156576-195D-D528-6F95-3CF811775338}"/>
          </ac:spMkLst>
        </pc:spChg>
        <pc:spChg chg="del">
          <ac:chgData name="Christina Lamparter" userId="40358b886b8e0720" providerId="LiveId" clId="{CFCDC4DE-DDDB-4FA3-9B9F-37E9D6569BE1}" dt="2025-11-13T17:52:46.470" v="1806" actId="478"/>
          <ac:spMkLst>
            <pc:docMk/>
            <pc:sldMk cId="1349483466" sldId="266"/>
            <ac:spMk id="26" creationId="{8365600E-EB7E-B69A-6491-9C64C7DA2B8A}"/>
          </ac:spMkLst>
        </pc:spChg>
        <pc:spChg chg="del">
          <ac:chgData name="Christina Lamparter" userId="40358b886b8e0720" providerId="LiveId" clId="{CFCDC4DE-DDDB-4FA3-9B9F-37E9D6569BE1}" dt="2025-11-13T17:52:46.470" v="1806" actId="478"/>
          <ac:spMkLst>
            <pc:docMk/>
            <pc:sldMk cId="1349483466" sldId="266"/>
            <ac:spMk id="38" creationId="{7801ED22-FB73-D3FC-92B9-3FA5F4D49EB4}"/>
          </ac:spMkLst>
        </pc:spChg>
        <pc:spChg chg="del">
          <ac:chgData name="Christina Lamparter" userId="40358b886b8e0720" providerId="LiveId" clId="{CFCDC4DE-DDDB-4FA3-9B9F-37E9D6569BE1}" dt="2025-11-13T17:52:46.470" v="1806" actId="478"/>
          <ac:spMkLst>
            <pc:docMk/>
            <pc:sldMk cId="1349483466" sldId="266"/>
            <ac:spMk id="48" creationId="{4DD88FDC-8837-A941-521B-06939DEFEEB1}"/>
          </ac:spMkLst>
        </pc:spChg>
        <pc:spChg chg="del">
          <ac:chgData name="Christina Lamparter" userId="40358b886b8e0720" providerId="LiveId" clId="{CFCDC4DE-DDDB-4FA3-9B9F-37E9D6569BE1}" dt="2025-11-13T17:52:46.470" v="1806" actId="478"/>
          <ac:spMkLst>
            <pc:docMk/>
            <pc:sldMk cId="1349483466" sldId="266"/>
            <ac:spMk id="49" creationId="{ACB79E81-49BC-058D-C916-42501385905F}"/>
          </ac:spMkLst>
        </pc:spChg>
        <pc:spChg chg="del">
          <ac:chgData name="Christina Lamparter" userId="40358b886b8e0720" providerId="LiveId" clId="{CFCDC4DE-DDDB-4FA3-9B9F-37E9D6569BE1}" dt="2025-11-13T17:52:46.470" v="1806" actId="478"/>
          <ac:spMkLst>
            <pc:docMk/>
            <pc:sldMk cId="1349483466" sldId="266"/>
            <ac:spMk id="53" creationId="{B0D99563-B948-0FFB-FF23-7376A701CE6C}"/>
          </ac:spMkLst>
        </pc:spChg>
        <pc:spChg chg="del">
          <ac:chgData name="Christina Lamparter" userId="40358b886b8e0720" providerId="LiveId" clId="{CFCDC4DE-DDDB-4FA3-9B9F-37E9D6569BE1}" dt="2025-11-13T17:52:46.470" v="1806" actId="478"/>
          <ac:spMkLst>
            <pc:docMk/>
            <pc:sldMk cId="1349483466" sldId="266"/>
            <ac:spMk id="68" creationId="{B8AD15D7-A2EA-4D7A-EDAE-8AB76407AF8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97B20A-1850-4778-82FC-89E3094B7C8C}" type="datetimeFigureOut">
              <a:rPr lang="en-CA" smtClean="0"/>
              <a:t>2025-11-13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41DFFE-55A3-4018-9A1A-C25DAF02DFA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8882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CA" sz="1200" dirty="0">
                <a:solidFill>
                  <a:schemeClr val="accent5">
                    <a:lumMod val="40000"/>
                    <a:lumOff val="6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stroke</a:t>
            </a:r>
            <a:r>
              <a:rPr lang="en-CA" sz="1200" b="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is a sudden loss of brain function caused by a rupture or blockage of a blood vessel in the brain</a:t>
            </a:r>
            <a:endParaRPr lang="en-CA" dirty="0"/>
          </a:p>
          <a:p>
            <a:r>
              <a:rPr lang="en-US" dirty="0"/>
              <a:t>A stroke can change how your body moves, how you speak, how you think and even how you feel. Some people recover well, but others may face long-term challenges like physical weakness, memory problems, or depression. It also raises the risk of having another stroke.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F2E261-95BA-4D63-BC7F-F34B3C7AFA7A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237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5D11F-7300-5DD6-4F56-67BBEF6B4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155077-797B-4CD0-9923-DCEC94F70F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F7D032-C896-124E-4A18-55F4DFB80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24E53-BCD6-E148-D4DD-2885EA19C5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F2E261-95BA-4D63-BC7F-F34B3C7AFA7A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6651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3152C-4241-F132-6C2E-BCEEB454D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F97459-A1DE-F1D4-FB43-796FC7594A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9C0FF-96B5-3B0D-9F53-AB41935FB3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414C4-DAA7-6398-D2E8-27C5C8623F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F2E261-95BA-4D63-BC7F-F34B3C7AFA7A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5182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3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21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9213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705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952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742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344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49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909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1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9566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115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svg"/><Relationship Id="rId3" Type="http://schemas.openxmlformats.org/officeDocument/2006/relationships/image" Target="../media/image1.png"/><Relationship Id="rId7" Type="http://schemas.openxmlformats.org/officeDocument/2006/relationships/image" Target="../media/image4.sv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5" Type="http://schemas.openxmlformats.org/officeDocument/2006/relationships/hyperlink" Target="https://ohfoundation.ca/all-about-stroke/" TargetMode="External"/><Relationship Id="rId10" Type="http://schemas.openxmlformats.org/officeDocument/2006/relationships/image" Target="../media/image7.png"/><Relationship Id="rId4" Type="http://schemas.openxmlformats.org/officeDocument/2006/relationships/image" Target="../media/image2.svg"/><Relationship Id="rId9" Type="http://schemas.openxmlformats.org/officeDocument/2006/relationships/image" Target="../media/image6.svg"/><Relationship Id="rId14" Type="http://schemas.openxmlformats.org/officeDocument/2006/relationships/hyperlink" Target="https://www.ahajournals.org/doi/10.1161/STROKEAHA.123.043369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18" Type="http://schemas.openxmlformats.org/officeDocument/2006/relationships/image" Target="../media/image26.svg"/><Relationship Id="rId26" Type="http://schemas.openxmlformats.org/officeDocument/2006/relationships/image" Target="../media/image34.svg"/><Relationship Id="rId3" Type="http://schemas.openxmlformats.org/officeDocument/2006/relationships/image" Target="../media/image11.png"/><Relationship Id="rId21" Type="http://schemas.openxmlformats.org/officeDocument/2006/relationships/image" Target="../media/image29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17" Type="http://schemas.openxmlformats.org/officeDocument/2006/relationships/image" Target="../media/image25.png"/><Relationship Id="rId25" Type="http://schemas.openxmlformats.org/officeDocument/2006/relationships/image" Target="../media/image33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4.svg"/><Relationship Id="rId20" Type="http://schemas.openxmlformats.org/officeDocument/2006/relationships/image" Target="../media/image28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24" Type="http://schemas.openxmlformats.org/officeDocument/2006/relationships/image" Target="../media/image32.sv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23" Type="http://schemas.openxmlformats.org/officeDocument/2006/relationships/image" Target="../media/image31.png"/><Relationship Id="rId10" Type="http://schemas.openxmlformats.org/officeDocument/2006/relationships/image" Target="../media/image18.svg"/><Relationship Id="rId19" Type="http://schemas.openxmlformats.org/officeDocument/2006/relationships/image" Target="../media/image27.pn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Relationship Id="rId22" Type="http://schemas.openxmlformats.org/officeDocument/2006/relationships/image" Target="../media/image30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37E07-6785-438D-DF8F-FF4385664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7E64E331-F547-5EC4-0528-37111F129B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4792" y="1563625"/>
            <a:ext cx="1984248" cy="950975"/>
          </a:xfrm>
        </p:spPr>
        <p:txBody>
          <a:bodyPr anchor="t">
            <a:normAutofit/>
          </a:bodyPr>
          <a:lstStyle/>
          <a:p>
            <a:r>
              <a:rPr lang="en-CA" sz="3600" dirty="0">
                <a:solidFill>
                  <a:srgbClr val="0070C0"/>
                </a:solidFill>
              </a:rPr>
              <a:t>50,000</a:t>
            </a:r>
          </a:p>
        </p:txBody>
      </p:sp>
      <p:sp>
        <p:nvSpPr>
          <p:cNvPr id="38" name="Title 37">
            <a:extLst>
              <a:ext uri="{FF2B5EF4-FFF2-40B4-BE49-F238E27FC236}">
                <a16:creationId xmlns:a16="http://schemas.microsoft.com/office/drawing/2014/main" id="{6081B152-BF6D-7C8E-7C30-8DD12E4318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201167"/>
            <a:ext cx="11018520" cy="1133857"/>
          </a:xfrm>
        </p:spPr>
        <p:txBody>
          <a:bodyPr>
            <a:normAutofit/>
          </a:bodyPr>
          <a:lstStyle/>
          <a:p>
            <a:r>
              <a:rPr lang="en-CA" sz="4000" dirty="0"/>
              <a:t>The Cost of Stroke in Canada</a:t>
            </a:r>
          </a:p>
        </p:txBody>
      </p:sp>
      <p:sp>
        <p:nvSpPr>
          <p:cNvPr id="56" name="Content Placeholder 5">
            <a:extLst>
              <a:ext uri="{FF2B5EF4-FFF2-40B4-BE49-F238E27FC236}">
                <a16:creationId xmlns:a16="http://schemas.microsoft.com/office/drawing/2014/main" id="{50BE3E8B-68F3-6AE8-5297-ADD4CD8BFE79}"/>
              </a:ext>
            </a:extLst>
          </p:cNvPr>
          <p:cNvSpPr txBox="1">
            <a:spLocks/>
          </p:cNvSpPr>
          <p:nvPr/>
        </p:nvSpPr>
        <p:spPr>
          <a:xfrm>
            <a:off x="1810512" y="1340897"/>
            <a:ext cx="2005800" cy="1286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7000"/>
              <a:buNone/>
              <a:tabLst/>
              <a:defRPr/>
            </a:pPr>
            <a:r>
              <a:rPr lang="en-CA" dirty="0">
                <a:solidFill>
                  <a:prstClr val="black"/>
                </a:solidFill>
                <a:latin typeface="Arial" panose="020B0604020202020204"/>
              </a:rPr>
              <a:t>About</a:t>
            </a:r>
            <a:endParaRPr kumimoji="0" lang="en-CA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Content Placeholder 5">
            <a:extLst>
              <a:ext uri="{FF2B5EF4-FFF2-40B4-BE49-F238E27FC236}">
                <a16:creationId xmlns:a16="http://schemas.microsoft.com/office/drawing/2014/main" id="{110CB34F-4576-6049-4F46-69D750376951}"/>
              </a:ext>
            </a:extLst>
          </p:cNvPr>
          <p:cNvSpPr txBox="1">
            <a:spLocks/>
          </p:cNvSpPr>
          <p:nvPr/>
        </p:nvSpPr>
        <p:spPr>
          <a:xfrm>
            <a:off x="1810512" y="2206976"/>
            <a:ext cx="3886200" cy="1286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7000"/>
              <a:buNone/>
              <a:tabLst/>
              <a:defRPr/>
            </a:pPr>
            <a:r>
              <a:rPr lang="en-CA" dirty="0">
                <a:solidFill>
                  <a:prstClr val="black"/>
                </a:solidFill>
                <a:latin typeface="Arial" panose="020B0604020202020204"/>
              </a:rPr>
              <a:t>people suffer strokes in Canada each year</a:t>
            </a:r>
            <a:endParaRPr kumimoji="0" lang="en-CA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59" name="Graphic 58" descr="Group of people with solid fill">
            <a:extLst>
              <a:ext uri="{FF2B5EF4-FFF2-40B4-BE49-F238E27FC236}">
                <a16:creationId xmlns:a16="http://schemas.microsoft.com/office/drawing/2014/main" id="{A9A8EFDB-CDF7-4F79-07B7-4D79EC4307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379" y="1532921"/>
            <a:ext cx="1286701" cy="128670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035D6CBA-DE16-8722-3AAE-74BC9FA03B00}"/>
              </a:ext>
            </a:extLst>
          </p:cNvPr>
          <p:cNvSpPr txBox="1"/>
          <p:nvPr/>
        </p:nvSpPr>
        <p:spPr>
          <a:xfrm>
            <a:off x="1524" y="6550223"/>
            <a:ext cx="60944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All about stroke | The Ottawa Hospital Foundation</a:t>
            </a:r>
            <a:endParaRPr lang="en-CA" sz="1400" dirty="0">
              <a:solidFill>
                <a:srgbClr val="0070C0"/>
              </a:solidFill>
            </a:endParaRPr>
          </a:p>
        </p:txBody>
      </p:sp>
      <p:pic>
        <p:nvPicPr>
          <p:cNvPr id="64" name="Graphic 63" descr="Bar graph with upward trend outline">
            <a:extLst>
              <a:ext uri="{FF2B5EF4-FFF2-40B4-BE49-F238E27FC236}">
                <a16:creationId xmlns:a16="http://schemas.microsoft.com/office/drawing/2014/main" id="{765C9EF9-D3F7-D15E-EC17-A21E2C9AC2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6928" y="3442973"/>
            <a:ext cx="1179576" cy="1179576"/>
          </a:xfrm>
          <a:prstGeom prst="rect">
            <a:avLst/>
          </a:prstGeom>
        </p:spPr>
      </p:pic>
      <p:sp>
        <p:nvSpPr>
          <p:cNvPr id="65" name="Content Placeholder 5">
            <a:extLst>
              <a:ext uri="{FF2B5EF4-FFF2-40B4-BE49-F238E27FC236}">
                <a16:creationId xmlns:a16="http://schemas.microsoft.com/office/drawing/2014/main" id="{879B38B9-3D99-1677-C481-69E6ABA88A1E}"/>
              </a:ext>
            </a:extLst>
          </p:cNvPr>
          <p:cNvSpPr txBox="1">
            <a:spLocks/>
          </p:cNvSpPr>
          <p:nvPr/>
        </p:nvSpPr>
        <p:spPr>
          <a:xfrm>
            <a:off x="1847088" y="4274034"/>
            <a:ext cx="3886200" cy="1286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7000"/>
              <a:buNone/>
              <a:tabLst/>
              <a:defRPr/>
            </a:pPr>
            <a:r>
              <a:rPr lang="en-CA" dirty="0">
                <a:solidFill>
                  <a:prstClr val="black"/>
                </a:solidFill>
                <a:latin typeface="Arial" panose="020B0604020202020204"/>
              </a:rPr>
              <a:t>r</a:t>
            </a:r>
            <a:r>
              <a:rPr kumimoji="0" lang="en-CA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isk</a:t>
            </a:r>
            <a:r>
              <a:rPr kumimoji="0" lang="en-CA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of stroke increases rapidly</a:t>
            </a:r>
          </a:p>
        </p:txBody>
      </p:sp>
      <p:sp>
        <p:nvSpPr>
          <p:cNvPr id="66" name="Content Placeholder 5">
            <a:extLst>
              <a:ext uri="{FF2B5EF4-FFF2-40B4-BE49-F238E27FC236}">
                <a16:creationId xmlns:a16="http://schemas.microsoft.com/office/drawing/2014/main" id="{47E5E157-85ED-AC66-3F5B-D9204FDFDD32}"/>
              </a:ext>
            </a:extLst>
          </p:cNvPr>
          <p:cNvSpPr txBox="1">
            <a:spLocks/>
          </p:cNvSpPr>
          <p:nvPr/>
        </p:nvSpPr>
        <p:spPr>
          <a:xfrm>
            <a:off x="1828800" y="3442973"/>
            <a:ext cx="2005800" cy="1286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7000"/>
              <a:buNone/>
              <a:tabLst/>
              <a:defRPr/>
            </a:pPr>
            <a:r>
              <a:rPr lang="en-CA" dirty="0">
                <a:solidFill>
                  <a:prstClr val="black"/>
                </a:solidFill>
                <a:latin typeface="Arial" panose="020B0604020202020204"/>
              </a:rPr>
              <a:t>After age</a:t>
            </a:r>
            <a:endParaRPr kumimoji="0" lang="en-CA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7" name="Text Placeholder 33">
            <a:extLst>
              <a:ext uri="{FF2B5EF4-FFF2-40B4-BE49-F238E27FC236}">
                <a16:creationId xmlns:a16="http://schemas.microsoft.com/office/drawing/2014/main" id="{08AEDD6A-4A6A-E5EB-D108-192D3ACC5BB5}"/>
              </a:ext>
            </a:extLst>
          </p:cNvPr>
          <p:cNvSpPr txBox="1">
            <a:spLocks/>
          </p:cNvSpPr>
          <p:nvPr/>
        </p:nvSpPr>
        <p:spPr>
          <a:xfrm>
            <a:off x="1819002" y="3630683"/>
            <a:ext cx="1984248" cy="9509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None/>
              <a:defRPr sz="1800" b="1" kern="1200" cap="all" spc="3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3600" dirty="0">
                <a:solidFill>
                  <a:srgbClr val="0070C0"/>
                </a:solidFill>
              </a:rPr>
              <a:t>55+</a:t>
            </a:r>
          </a:p>
        </p:txBody>
      </p:sp>
      <p:sp>
        <p:nvSpPr>
          <p:cNvPr id="68" name="Content Placeholder 5">
            <a:extLst>
              <a:ext uri="{FF2B5EF4-FFF2-40B4-BE49-F238E27FC236}">
                <a16:creationId xmlns:a16="http://schemas.microsoft.com/office/drawing/2014/main" id="{62E14B91-DB43-714D-5EC9-F641641CFE44}"/>
              </a:ext>
            </a:extLst>
          </p:cNvPr>
          <p:cNvSpPr txBox="1">
            <a:spLocks/>
          </p:cNvSpPr>
          <p:nvPr/>
        </p:nvSpPr>
        <p:spPr>
          <a:xfrm>
            <a:off x="1847088" y="4957609"/>
            <a:ext cx="2005800" cy="1286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7000"/>
              <a:buNone/>
              <a:tabLst/>
              <a:defRPr/>
            </a:pPr>
            <a:r>
              <a:rPr lang="en-CA" dirty="0">
                <a:solidFill>
                  <a:prstClr val="black"/>
                </a:solidFill>
                <a:latin typeface="Arial" panose="020B0604020202020204"/>
              </a:rPr>
              <a:t>Approximately</a:t>
            </a:r>
            <a:endParaRPr kumimoji="0" lang="en-CA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9" name="Text Placeholder 33">
            <a:extLst>
              <a:ext uri="{FF2B5EF4-FFF2-40B4-BE49-F238E27FC236}">
                <a16:creationId xmlns:a16="http://schemas.microsoft.com/office/drawing/2014/main" id="{2651BFE5-DD00-D11C-7D55-31D548431F42}"/>
              </a:ext>
            </a:extLst>
          </p:cNvPr>
          <p:cNvSpPr txBox="1">
            <a:spLocks/>
          </p:cNvSpPr>
          <p:nvPr/>
        </p:nvSpPr>
        <p:spPr>
          <a:xfrm>
            <a:off x="1868640" y="5235268"/>
            <a:ext cx="1984248" cy="9509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None/>
              <a:defRPr sz="1800" b="1" kern="1200" cap="all" spc="3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3600" cap="none" dirty="0">
                <a:solidFill>
                  <a:srgbClr val="0070C0"/>
                </a:solidFill>
              </a:rPr>
              <a:t>1 in 4</a:t>
            </a:r>
          </a:p>
        </p:txBody>
      </p:sp>
      <p:sp>
        <p:nvSpPr>
          <p:cNvPr id="70" name="Content Placeholder 5">
            <a:extLst>
              <a:ext uri="{FF2B5EF4-FFF2-40B4-BE49-F238E27FC236}">
                <a16:creationId xmlns:a16="http://schemas.microsoft.com/office/drawing/2014/main" id="{E1AEA179-04D8-F029-7104-19220DFFC540}"/>
              </a:ext>
            </a:extLst>
          </p:cNvPr>
          <p:cNvSpPr txBox="1">
            <a:spLocks/>
          </p:cNvSpPr>
          <p:nvPr/>
        </p:nvSpPr>
        <p:spPr>
          <a:xfrm>
            <a:off x="1828800" y="5878619"/>
            <a:ext cx="3886200" cy="1286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7000"/>
              <a:buNone/>
              <a:tabLst/>
              <a:defRPr/>
            </a:pPr>
            <a:r>
              <a:rPr lang="en-CA" dirty="0">
                <a:solidFill>
                  <a:prstClr val="black"/>
                </a:solidFill>
                <a:latin typeface="Arial" panose="020B0604020202020204"/>
              </a:rPr>
              <a:t>living with stroke are &lt; age 65</a:t>
            </a:r>
            <a:endParaRPr kumimoji="0" lang="en-CA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0A7368D-F899-75A3-8258-188011E13300}"/>
              </a:ext>
            </a:extLst>
          </p:cNvPr>
          <p:cNvGrpSpPr/>
          <p:nvPr/>
        </p:nvGrpSpPr>
        <p:grpSpPr>
          <a:xfrm>
            <a:off x="740664" y="5113057"/>
            <a:ext cx="1004968" cy="1133857"/>
            <a:chOff x="7106631" y="3884446"/>
            <a:chExt cx="1407957" cy="1802149"/>
          </a:xfrm>
        </p:grpSpPr>
        <p:pic>
          <p:nvPicPr>
            <p:cNvPr id="72" name="Graphic 71" descr="Man outline">
              <a:extLst>
                <a:ext uri="{FF2B5EF4-FFF2-40B4-BE49-F238E27FC236}">
                  <a16:creationId xmlns:a16="http://schemas.microsoft.com/office/drawing/2014/main" id="{2C255372-7CD0-4BAC-452B-09B24D0DF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106631" y="3884446"/>
              <a:ext cx="914400" cy="914400"/>
            </a:xfrm>
            <a:prstGeom prst="rect">
              <a:avLst/>
            </a:prstGeom>
          </p:spPr>
        </p:pic>
        <p:pic>
          <p:nvPicPr>
            <p:cNvPr id="73" name="Graphic 72" descr="Man outline">
              <a:extLst>
                <a:ext uri="{FF2B5EF4-FFF2-40B4-BE49-F238E27FC236}">
                  <a16:creationId xmlns:a16="http://schemas.microsoft.com/office/drawing/2014/main" id="{7627E5E4-8012-A4EE-CD31-377284841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600188" y="3884446"/>
              <a:ext cx="914400" cy="914400"/>
            </a:xfrm>
            <a:prstGeom prst="rect">
              <a:avLst/>
            </a:prstGeom>
          </p:spPr>
        </p:pic>
        <p:pic>
          <p:nvPicPr>
            <p:cNvPr id="74" name="Graphic 73" descr="Man outline">
              <a:extLst>
                <a:ext uri="{FF2B5EF4-FFF2-40B4-BE49-F238E27FC236}">
                  <a16:creationId xmlns:a16="http://schemas.microsoft.com/office/drawing/2014/main" id="{F8780D82-106E-90EA-05CD-F3F17FB2E6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106631" y="4772195"/>
              <a:ext cx="914400" cy="914400"/>
            </a:xfrm>
            <a:prstGeom prst="rect">
              <a:avLst/>
            </a:prstGeom>
          </p:spPr>
        </p:pic>
        <p:pic>
          <p:nvPicPr>
            <p:cNvPr id="75" name="Graphic 74" descr="Man outline">
              <a:extLst>
                <a:ext uri="{FF2B5EF4-FFF2-40B4-BE49-F238E27FC236}">
                  <a16:creationId xmlns:a16="http://schemas.microsoft.com/office/drawing/2014/main" id="{2162DDB2-7B5A-0F3E-3574-78FF71F2BE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600188" y="4772195"/>
              <a:ext cx="914400" cy="914400"/>
            </a:xfrm>
            <a:prstGeom prst="rect">
              <a:avLst/>
            </a:prstGeom>
          </p:spPr>
        </p:pic>
      </p:grp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C9A32DAA-3AF2-1BCB-A051-EF9A8A7BB646}"/>
              </a:ext>
            </a:extLst>
          </p:cNvPr>
          <p:cNvSpPr/>
          <p:nvPr/>
        </p:nvSpPr>
        <p:spPr>
          <a:xfrm>
            <a:off x="6701684" y="1572770"/>
            <a:ext cx="4600300" cy="2267710"/>
          </a:xfrm>
          <a:prstGeom prst="roundRect">
            <a:avLst/>
          </a:prstGeom>
          <a:solidFill>
            <a:srgbClr val="0070C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8" name="Text Placeholder 33">
            <a:extLst>
              <a:ext uri="{FF2B5EF4-FFF2-40B4-BE49-F238E27FC236}">
                <a16:creationId xmlns:a16="http://schemas.microsoft.com/office/drawing/2014/main" id="{5E28C9A0-4B9B-F234-7298-8EB1EFE3045B}"/>
              </a:ext>
            </a:extLst>
          </p:cNvPr>
          <p:cNvSpPr txBox="1">
            <a:spLocks/>
          </p:cNvSpPr>
          <p:nvPr/>
        </p:nvSpPr>
        <p:spPr>
          <a:xfrm>
            <a:off x="7109026" y="2323247"/>
            <a:ext cx="3790622" cy="15172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None/>
              <a:defRPr sz="1800" b="1" kern="1200" cap="all" spc="3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3600" cap="none" dirty="0">
                <a:solidFill>
                  <a:schemeClr val="bg1"/>
                </a:solidFill>
              </a:rPr>
              <a:t>$30,000/yr </a:t>
            </a:r>
          </a:p>
        </p:txBody>
      </p:sp>
      <p:pic>
        <p:nvPicPr>
          <p:cNvPr id="80" name="Graphic 79" descr="Arrow: Clockwise curve with solid fill">
            <a:extLst>
              <a:ext uri="{FF2B5EF4-FFF2-40B4-BE49-F238E27FC236}">
                <a16:creationId xmlns:a16="http://schemas.microsoft.com/office/drawing/2014/main" id="{6C046F9E-A3AC-7A4B-2BD9-864AEACCD13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9762744" y="2267712"/>
            <a:ext cx="737616" cy="914400"/>
          </a:xfrm>
          <a:prstGeom prst="rect">
            <a:avLst/>
          </a:prstGeom>
        </p:spPr>
      </p:pic>
      <p:sp>
        <p:nvSpPr>
          <p:cNvPr id="81" name="Content Placeholder 5">
            <a:extLst>
              <a:ext uri="{FF2B5EF4-FFF2-40B4-BE49-F238E27FC236}">
                <a16:creationId xmlns:a16="http://schemas.microsoft.com/office/drawing/2014/main" id="{04240554-CBFF-D1C0-AD3F-BB8B9B5D4842}"/>
              </a:ext>
            </a:extLst>
          </p:cNvPr>
          <p:cNvSpPr txBox="1">
            <a:spLocks/>
          </p:cNvSpPr>
          <p:nvPr/>
        </p:nvSpPr>
        <p:spPr>
          <a:xfrm>
            <a:off x="7099882" y="1819656"/>
            <a:ext cx="3790621" cy="1286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7000"/>
              <a:buNone/>
              <a:tabLst/>
              <a:defRPr/>
            </a:pPr>
            <a:r>
              <a:rPr lang="en-CA" dirty="0">
                <a:solidFill>
                  <a:schemeClr val="bg1"/>
                </a:solidFill>
                <a:latin typeface="Arial" panose="020B0604020202020204"/>
              </a:rPr>
              <a:t>Attributable cost of stroke about</a:t>
            </a:r>
            <a:endParaRPr kumimoji="0" lang="en-CA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" name="Content Placeholder 5">
            <a:extLst>
              <a:ext uri="{FF2B5EF4-FFF2-40B4-BE49-F238E27FC236}">
                <a16:creationId xmlns:a16="http://schemas.microsoft.com/office/drawing/2014/main" id="{FD02EF0B-4379-460E-7EF5-7B0ED80C534E}"/>
              </a:ext>
            </a:extLst>
          </p:cNvPr>
          <p:cNvSpPr txBox="1">
            <a:spLocks/>
          </p:cNvSpPr>
          <p:nvPr/>
        </p:nvSpPr>
        <p:spPr>
          <a:xfrm>
            <a:off x="7096834" y="3161893"/>
            <a:ext cx="3790621" cy="1286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7000"/>
              <a:buNone/>
              <a:tabLst/>
              <a:defRPr/>
            </a:pPr>
            <a:r>
              <a:rPr lang="en-CA" dirty="0">
                <a:solidFill>
                  <a:schemeClr val="bg1"/>
                </a:solidFill>
                <a:latin typeface="Arial" panose="020B0604020202020204"/>
              </a:rPr>
              <a:t>per person in Ontario, Canada</a:t>
            </a:r>
            <a:endParaRPr kumimoji="0" lang="en-CA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0346C5D-1EEA-CD25-83BE-E7F12D344072}"/>
              </a:ext>
            </a:extLst>
          </p:cNvPr>
          <p:cNvSpPr txBox="1"/>
          <p:nvPr/>
        </p:nvSpPr>
        <p:spPr>
          <a:xfrm>
            <a:off x="6732626" y="6554236"/>
            <a:ext cx="5511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https://www.ahajournals.org/doi/10.1161/STROKEAHA.123.043369</a:t>
            </a:r>
            <a:endParaRPr lang="en-CA" sz="1400" dirty="0">
              <a:solidFill>
                <a:srgbClr val="0070C0"/>
              </a:solidFill>
            </a:endParaRPr>
          </a:p>
        </p:txBody>
      </p:sp>
      <p:sp>
        <p:nvSpPr>
          <p:cNvPr id="85" name="Content Placeholder 5">
            <a:extLst>
              <a:ext uri="{FF2B5EF4-FFF2-40B4-BE49-F238E27FC236}">
                <a16:creationId xmlns:a16="http://schemas.microsoft.com/office/drawing/2014/main" id="{91BACDCF-A001-29FE-C548-1D282CB5B76B}"/>
              </a:ext>
            </a:extLst>
          </p:cNvPr>
          <p:cNvSpPr txBox="1">
            <a:spLocks/>
          </p:cNvSpPr>
          <p:nvPr/>
        </p:nvSpPr>
        <p:spPr>
          <a:xfrm>
            <a:off x="7223543" y="4419526"/>
            <a:ext cx="3663912" cy="1731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7000"/>
              <a:buNone/>
              <a:tabLst/>
              <a:defRPr/>
            </a:pPr>
            <a:r>
              <a:rPr kumimoji="0" lang="en-CA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Identifying stroke risk factors is </a:t>
            </a:r>
            <a:r>
              <a:rPr lang="en-CA" i="1" dirty="0">
                <a:solidFill>
                  <a:prstClr val="black"/>
                </a:solidFill>
                <a:latin typeface="Arial" panose="020B0604020202020204"/>
              </a:rPr>
              <a:t>essential for improving patient outcomes and reducing costs on health care system </a:t>
            </a:r>
            <a:endParaRPr kumimoji="0" lang="en-CA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899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69399-2F41-F263-9567-4376AB82E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06A9423-8A76-A3BD-3963-CDFF03AB75DD}"/>
              </a:ext>
            </a:extLst>
          </p:cNvPr>
          <p:cNvSpPr/>
          <p:nvPr/>
        </p:nvSpPr>
        <p:spPr>
          <a:xfrm>
            <a:off x="4339355" y="2117559"/>
            <a:ext cx="3132291" cy="2804391"/>
          </a:xfrm>
          <a:prstGeom prst="roundRect">
            <a:avLst/>
          </a:prstGeom>
          <a:solidFill>
            <a:srgbClr val="0070C0"/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6A2D23-E4DC-5E8B-9A2C-B22E01467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81839"/>
            <a:ext cx="10890929" cy="1097280"/>
          </a:xfrm>
        </p:spPr>
        <p:txBody>
          <a:bodyPr/>
          <a:lstStyle/>
          <a:p>
            <a:r>
              <a:rPr lang="en-CA" dirty="0"/>
              <a:t>ML-9 Team Project: Stroke Prediction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36754F-0B82-0377-CE21-D90D96CD7F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0351" y="1587400"/>
            <a:ext cx="1842257" cy="5005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Dataset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C8D1D52-C26A-A466-0A76-0FA168F61024}"/>
              </a:ext>
            </a:extLst>
          </p:cNvPr>
          <p:cNvGrpSpPr/>
          <p:nvPr/>
        </p:nvGrpSpPr>
        <p:grpSpPr>
          <a:xfrm>
            <a:off x="3456437" y="5250632"/>
            <a:ext cx="586766" cy="695925"/>
            <a:chOff x="6345360" y="3303409"/>
            <a:chExt cx="914400" cy="914400"/>
          </a:xfrm>
        </p:grpSpPr>
        <p:pic>
          <p:nvPicPr>
            <p:cNvPr id="13" name="Graphic 12" descr="Clipboard outline">
              <a:extLst>
                <a:ext uri="{FF2B5EF4-FFF2-40B4-BE49-F238E27FC236}">
                  <a16:creationId xmlns:a16="http://schemas.microsoft.com/office/drawing/2014/main" id="{3F3F55E5-1FAD-DF47-BBF7-AC04F4ABB4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345360" y="3303409"/>
              <a:ext cx="914400" cy="914400"/>
            </a:xfrm>
            <a:prstGeom prst="rect">
              <a:avLst/>
            </a:prstGeom>
          </p:spPr>
        </p:pic>
        <p:pic>
          <p:nvPicPr>
            <p:cNvPr id="15" name="Graphic 14" descr="Checklist outline">
              <a:extLst>
                <a:ext uri="{FF2B5EF4-FFF2-40B4-BE49-F238E27FC236}">
                  <a16:creationId xmlns:a16="http://schemas.microsoft.com/office/drawing/2014/main" id="{42E850BD-D5C8-0CBB-5B7F-1DFDBCDE780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478074" y="3523905"/>
              <a:ext cx="632309" cy="632309"/>
            </a:xfrm>
            <a:prstGeom prst="rect">
              <a:avLst/>
            </a:prstGeom>
          </p:spPr>
        </p:pic>
      </p:grp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4EB64565-27E8-3C86-C3DB-1558F74646CB}"/>
              </a:ext>
            </a:extLst>
          </p:cNvPr>
          <p:cNvSpPr txBox="1">
            <a:spLocks/>
          </p:cNvSpPr>
          <p:nvPr/>
        </p:nvSpPr>
        <p:spPr>
          <a:xfrm>
            <a:off x="530351" y="2020250"/>
            <a:ext cx="3517565" cy="2052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Pct val="87000"/>
              <a:buFont typeface="Arial" panose="020B0604020202020204" pitchFamily="34" charset="0"/>
              <a:buNone/>
              <a:tabLst/>
              <a:defRPr/>
            </a:pPr>
            <a:r>
              <a:rPr kumimoji="0" lang="en-CA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11 features, 5110 records:</a:t>
            </a: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Pct val="87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Demographic </a:t>
            </a: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Pct val="87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Residence</a:t>
            </a:r>
            <a:r>
              <a:rPr lang="en-CA" sz="1600" dirty="0">
                <a:solidFill>
                  <a:prstClr val="black"/>
                </a:solidFill>
                <a:latin typeface="Arial" panose="020B0604020202020204"/>
              </a:rPr>
              <a:t> type</a:t>
            </a:r>
            <a:endParaRPr kumimoji="0" lang="en-CA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Pct val="87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Health indicators</a:t>
            </a: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Pct val="87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Socioeconomic</a:t>
            </a: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Pct val="87000"/>
              <a:buFont typeface="Wingdings" panose="05000000000000000000" pitchFamily="2" charset="2"/>
              <a:buChar char="ü"/>
              <a:tabLst/>
              <a:defRPr/>
            </a:pPr>
            <a:r>
              <a:rPr lang="en-CA" sz="1600" dirty="0">
                <a:solidFill>
                  <a:prstClr val="black"/>
                </a:solidFill>
                <a:latin typeface="Arial" panose="020B0604020202020204"/>
              </a:rPr>
              <a:t>Stroke occurrence</a:t>
            </a:r>
            <a:endParaRPr kumimoji="0" lang="en-CA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Pct val="87000"/>
              <a:buFont typeface="Arial" panose="020B0604020202020204" pitchFamily="34" charset="0"/>
              <a:buNone/>
              <a:tabLst/>
              <a:defRPr/>
            </a:pPr>
            <a:endParaRPr kumimoji="0" lang="en-CA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Content Placeholder 5">
            <a:extLst>
              <a:ext uri="{FF2B5EF4-FFF2-40B4-BE49-F238E27FC236}">
                <a16:creationId xmlns:a16="http://schemas.microsoft.com/office/drawing/2014/main" id="{6686E433-E328-D075-0345-57846F3CDD14}"/>
              </a:ext>
            </a:extLst>
          </p:cNvPr>
          <p:cNvSpPr txBox="1">
            <a:spLocks/>
          </p:cNvSpPr>
          <p:nvPr/>
        </p:nvSpPr>
        <p:spPr>
          <a:xfrm>
            <a:off x="658367" y="4662291"/>
            <a:ext cx="1842257" cy="5005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87000"/>
              <a:buFont typeface="Arial" panose="020B0604020202020204" pitchFamily="34" charset="0"/>
              <a:buNone/>
              <a:tabLst/>
              <a:defRPr/>
            </a:pPr>
            <a:r>
              <a:rPr lang="en-CA" b="1" dirty="0">
                <a:solidFill>
                  <a:prstClr val="black"/>
                </a:solidFill>
                <a:latin typeface="Arial" panose="020B0604020202020204"/>
              </a:rPr>
              <a:t>Aims</a:t>
            </a:r>
            <a:endParaRPr kumimoji="0" lang="en-CA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45" name="Graphic 44" descr="Line arrow: Clockwise curve outline">
            <a:extLst>
              <a:ext uri="{FF2B5EF4-FFF2-40B4-BE49-F238E27FC236}">
                <a16:creationId xmlns:a16="http://schemas.microsoft.com/office/drawing/2014/main" id="{140B76D6-B407-D66A-D65B-573419B12CF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400000">
            <a:off x="3352012" y="4142652"/>
            <a:ext cx="914400" cy="914400"/>
          </a:xfrm>
          <a:prstGeom prst="rect">
            <a:avLst/>
          </a:prstGeom>
        </p:spPr>
      </p:pic>
      <p:pic>
        <p:nvPicPr>
          <p:cNvPr id="46" name="Graphic 45" descr="Line arrow: Clockwise curve outline">
            <a:extLst>
              <a:ext uri="{FF2B5EF4-FFF2-40B4-BE49-F238E27FC236}">
                <a16:creationId xmlns:a16="http://schemas.microsoft.com/office/drawing/2014/main" id="{BFEDA3C6-ED9D-95E7-C56F-F6867E6711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9771242">
            <a:off x="7700375" y="4197276"/>
            <a:ext cx="914400" cy="914400"/>
          </a:xfrm>
          <a:prstGeom prst="rect">
            <a:avLst/>
          </a:prstGeom>
        </p:spPr>
      </p:pic>
      <p:sp>
        <p:nvSpPr>
          <p:cNvPr id="47" name="Content Placeholder 5">
            <a:extLst>
              <a:ext uri="{FF2B5EF4-FFF2-40B4-BE49-F238E27FC236}">
                <a16:creationId xmlns:a16="http://schemas.microsoft.com/office/drawing/2014/main" id="{855C2165-18D7-A729-C42B-0742D6E0EF0B}"/>
              </a:ext>
            </a:extLst>
          </p:cNvPr>
          <p:cNvSpPr txBox="1">
            <a:spLocks/>
          </p:cNvSpPr>
          <p:nvPr/>
        </p:nvSpPr>
        <p:spPr>
          <a:xfrm>
            <a:off x="8442157" y="1587400"/>
            <a:ext cx="3088851" cy="5005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87000"/>
              <a:buFont typeface="Arial" panose="020B0604020202020204" pitchFamily="34" charset="0"/>
              <a:buNone/>
              <a:tabLst/>
              <a:defRPr/>
            </a:pPr>
            <a:r>
              <a:rPr kumimoji="0" lang="en-CA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Risks &amp; Unknowns</a:t>
            </a:r>
          </a:p>
        </p:txBody>
      </p:sp>
      <p:sp>
        <p:nvSpPr>
          <p:cNvPr id="48" name="Content Placeholder 5">
            <a:extLst>
              <a:ext uri="{FF2B5EF4-FFF2-40B4-BE49-F238E27FC236}">
                <a16:creationId xmlns:a16="http://schemas.microsoft.com/office/drawing/2014/main" id="{9999E12D-9293-17EA-1F91-023802D61FD9}"/>
              </a:ext>
            </a:extLst>
          </p:cNvPr>
          <p:cNvSpPr txBox="1">
            <a:spLocks/>
          </p:cNvSpPr>
          <p:nvPr/>
        </p:nvSpPr>
        <p:spPr>
          <a:xfrm>
            <a:off x="8386805" y="2020250"/>
            <a:ext cx="3728862" cy="16717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87000"/>
              <a:buFont typeface="Arial" panose="020B0604020202020204" pitchFamily="34" charset="0"/>
              <a:buChar char="•"/>
              <a:tabLst/>
              <a:defRPr/>
            </a:pPr>
            <a:r>
              <a:rPr lang="en-CA" sz="1500" dirty="0">
                <a:solidFill>
                  <a:prstClr val="black"/>
                </a:solidFill>
                <a:latin typeface="Arial" panose="020B0604020202020204"/>
              </a:rPr>
              <a:t>Class imbalance (limited stroke data)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87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Missing data, general quality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87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Generalizability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87000"/>
              <a:buFont typeface="Arial" panose="020B0604020202020204" pitchFamily="34" charset="0"/>
              <a:buChar char="•"/>
              <a:tabLst/>
              <a:defRPr/>
            </a:pPr>
            <a:r>
              <a:rPr lang="en-CA" sz="1500" dirty="0">
                <a:solidFill>
                  <a:prstClr val="black"/>
                </a:solidFill>
                <a:latin typeface="Arial" panose="020B0604020202020204"/>
              </a:rPr>
              <a:t>Model complexity</a:t>
            </a:r>
            <a:endParaRPr kumimoji="0" lang="en-CA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9" name="Content Placeholder 5">
            <a:extLst>
              <a:ext uri="{FF2B5EF4-FFF2-40B4-BE49-F238E27FC236}">
                <a16:creationId xmlns:a16="http://schemas.microsoft.com/office/drawing/2014/main" id="{AD45598D-202A-4E17-B136-F0CB3DE259F7}"/>
              </a:ext>
            </a:extLst>
          </p:cNvPr>
          <p:cNvSpPr txBox="1">
            <a:spLocks/>
          </p:cNvSpPr>
          <p:nvPr/>
        </p:nvSpPr>
        <p:spPr>
          <a:xfrm>
            <a:off x="8633492" y="4557163"/>
            <a:ext cx="3232972" cy="5005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87000"/>
              <a:buFont typeface="Arial" panose="020B0604020202020204" pitchFamily="34" charset="0"/>
              <a:buNone/>
              <a:tabLst/>
              <a:defRPr/>
            </a:pPr>
            <a:r>
              <a:rPr lang="en-CA" b="1" dirty="0">
                <a:solidFill>
                  <a:prstClr val="black"/>
                </a:solidFill>
                <a:latin typeface="Arial" panose="020B0604020202020204"/>
              </a:rPr>
              <a:t>Outcomes</a:t>
            </a:r>
            <a:endParaRPr kumimoji="0" lang="en-CA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Graphic 6" descr="Server outline">
            <a:extLst>
              <a:ext uri="{FF2B5EF4-FFF2-40B4-BE49-F238E27FC236}">
                <a16:creationId xmlns:a16="http://schemas.microsoft.com/office/drawing/2014/main" id="{CFB7FB2E-133A-A95A-00D6-ACFAB2FDA4E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6124" y="5250632"/>
            <a:ext cx="695925" cy="6959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4BFF1CB-8C2C-6DE9-8513-A9F73CD66DC1}"/>
              </a:ext>
            </a:extLst>
          </p:cNvPr>
          <p:cNvSpPr txBox="1"/>
          <p:nvPr/>
        </p:nvSpPr>
        <p:spPr>
          <a:xfrm>
            <a:off x="56538" y="6007858"/>
            <a:ext cx="116708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Baseline models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43C1F0-6D4B-09DE-A70B-1FAEE9940986}"/>
              </a:ext>
            </a:extLst>
          </p:cNvPr>
          <p:cNvSpPr txBox="1"/>
          <p:nvPr/>
        </p:nvSpPr>
        <p:spPr>
          <a:xfrm>
            <a:off x="3082475" y="6007858"/>
            <a:ext cx="141253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500" dirty="0">
                <a:solidFill>
                  <a:prstClr val="black"/>
                </a:solidFill>
                <a:latin typeface="Arial" panose="020B0604020202020204"/>
              </a:rPr>
              <a:t>Identify key indicators</a:t>
            </a:r>
            <a:endParaRPr kumimoji="0" lang="en-CA" sz="15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7D798C-CB8C-DB37-F273-1081FBFA6998}"/>
              </a:ext>
            </a:extLst>
          </p:cNvPr>
          <p:cNvSpPr txBox="1"/>
          <p:nvPr/>
        </p:nvSpPr>
        <p:spPr>
          <a:xfrm>
            <a:off x="4487831" y="2117560"/>
            <a:ext cx="28044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Techniques &amp; Technologies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25DA53-2D21-EBF9-D5C6-E157A9AE05C4}"/>
              </a:ext>
            </a:extLst>
          </p:cNvPr>
          <p:cNvSpPr txBox="1"/>
          <p:nvPr/>
        </p:nvSpPr>
        <p:spPr>
          <a:xfrm>
            <a:off x="1972325" y="6007858"/>
            <a:ext cx="141253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500" dirty="0">
                <a:solidFill>
                  <a:prstClr val="black"/>
                </a:solidFill>
                <a:latin typeface="Arial" panose="020B0604020202020204"/>
              </a:rPr>
              <a:t>Evaluation metrics</a:t>
            </a:r>
            <a:endParaRPr kumimoji="0" lang="en-CA" sz="15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3" name="Graphic 32" descr="Target outline">
            <a:extLst>
              <a:ext uri="{FF2B5EF4-FFF2-40B4-BE49-F238E27FC236}">
                <a16:creationId xmlns:a16="http://schemas.microsoft.com/office/drawing/2014/main" id="{23F5AAD2-025B-0AE9-2BAE-7611BBF3009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99216" y="5305211"/>
            <a:ext cx="586766" cy="586766"/>
          </a:xfrm>
          <a:prstGeom prst="rect">
            <a:avLst/>
          </a:prstGeom>
        </p:spPr>
      </p:pic>
      <p:pic>
        <p:nvPicPr>
          <p:cNvPr id="35" name="Graphic 34" descr="Flowchart outline">
            <a:extLst>
              <a:ext uri="{FF2B5EF4-FFF2-40B4-BE49-F238E27FC236}">
                <a16:creationId xmlns:a16="http://schemas.microsoft.com/office/drawing/2014/main" id="{C57F7C72-116A-5D93-6640-E79EA4DCF85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8154108" y="5204227"/>
            <a:ext cx="788734" cy="788734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0188A42C-3388-E154-208D-89880019D3B1}"/>
              </a:ext>
            </a:extLst>
          </p:cNvPr>
          <p:cNvSpPr txBox="1"/>
          <p:nvPr/>
        </p:nvSpPr>
        <p:spPr>
          <a:xfrm>
            <a:off x="1012162" y="6007858"/>
            <a:ext cx="116708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Neural networks</a:t>
            </a:r>
          </a:p>
        </p:txBody>
      </p:sp>
      <p:pic>
        <p:nvPicPr>
          <p:cNvPr id="51" name="Graphic 50" descr="Influencer outline">
            <a:extLst>
              <a:ext uri="{FF2B5EF4-FFF2-40B4-BE49-F238E27FC236}">
                <a16:creationId xmlns:a16="http://schemas.microsoft.com/office/drawing/2014/main" id="{CA0B3B4B-1BAF-F04F-7D32-B71D8DBDA4B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0575" y="5250632"/>
            <a:ext cx="695925" cy="695925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D8458432-EFCF-91FE-C64E-71CB6A1FBD29}"/>
              </a:ext>
            </a:extLst>
          </p:cNvPr>
          <p:cNvSpPr txBox="1"/>
          <p:nvPr/>
        </p:nvSpPr>
        <p:spPr>
          <a:xfrm>
            <a:off x="9016829" y="6007858"/>
            <a:ext cx="116708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Targeted screening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0201234-1C4A-4A08-AF38-00AA2E28A857}"/>
              </a:ext>
            </a:extLst>
          </p:cNvPr>
          <p:cNvSpPr txBox="1"/>
          <p:nvPr/>
        </p:nvSpPr>
        <p:spPr>
          <a:xfrm>
            <a:off x="11036889" y="6007858"/>
            <a:ext cx="116708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500" dirty="0">
                <a:solidFill>
                  <a:prstClr val="black"/>
                </a:solidFill>
                <a:latin typeface="Arial" panose="020B0604020202020204"/>
              </a:rPr>
              <a:t>Prioritize care</a:t>
            </a:r>
            <a:endParaRPr kumimoji="0" lang="en-CA" sz="15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1F815CB-D7A1-8D1D-4593-8624CDC9201F}"/>
              </a:ext>
            </a:extLst>
          </p:cNvPr>
          <p:cNvSpPr txBox="1"/>
          <p:nvPr/>
        </p:nvSpPr>
        <p:spPr>
          <a:xfrm>
            <a:off x="10022097" y="6007858"/>
            <a:ext cx="116708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500" dirty="0">
                <a:solidFill>
                  <a:prstClr val="black"/>
                </a:solidFill>
                <a:latin typeface="Arial" panose="020B0604020202020204"/>
              </a:rPr>
              <a:t>Actionable insight</a:t>
            </a:r>
            <a:endParaRPr kumimoji="0" lang="en-CA" sz="15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3064FF1-9A9B-49BA-E9D8-B6C75BCFF78A}"/>
              </a:ext>
            </a:extLst>
          </p:cNvPr>
          <p:cNvSpPr txBox="1"/>
          <p:nvPr/>
        </p:nvSpPr>
        <p:spPr>
          <a:xfrm>
            <a:off x="7813730" y="6007858"/>
            <a:ext cx="141253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500" dirty="0">
                <a:solidFill>
                  <a:prstClr val="black"/>
                </a:solidFill>
                <a:latin typeface="Arial" panose="020B0604020202020204"/>
              </a:rPr>
              <a:t>Stroke-risk model</a:t>
            </a:r>
            <a:endParaRPr kumimoji="0" lang="en-CA" sz="15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59" name="Graphic 58" descr="Checklist outline">
            <a:extLst>
              <a:ext uri="{FF2B5EF4-FFF2-40B4-BE49-F238E27FC236}">
                <a16:creationId xmlns:a16="http://schemas.microsoft.com/office/drawing/2014/main" id="{6E4C3BFF-CE47-8A80-C20F-8EEDE2C1DA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83417" y="5252542"/>
            <a:ext cx="692104" cy="692104"/>
          </a:xfrm>
          <a:prstGeom prst="rect">
            <a:avLst/>
          </a:prstGeom>
        </p:spPr>
      </p:pic>
      <p:pic>
        <p:nvPicPr>
          <p:cNvPr id="64" name="Graphic 63" descr="Magnifying glass outline">
            <a:extLst>
              <a:ext uri="{FF2B5EF4-FFF2-40B4-BE49-F238E27FC236}">
                <a16:creationId xmlns:a16="http://schemas.microsoft.com/office/drawing/2014/main" id="{45C6C08E-9136-47CB-3B4F-584B9F0762E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347213" y="5306292"/>
            <a:ext cx="584605" cy="584605"/>
          </a:xfrm>
          <a:prstGeom prst="rect">
            <a:avLst/>
          </a:prstGeom>
        </p:spPr>
      </p:pic>
      <p:pic>
        <p:nvPicPr>
          <p:cNvPr id="66" name="Graphic 65" descr="Care outline">
            <a:extLst>
              <a:ext uri="{FF2B5EF4-FFF2-40B4-BE49-F238E27FC236}">
                <a16:creationId xmlns:a16="http://schemas.microsoft.com/office/drawing/2014/main" id="{D58BA374-6A53-9D41-06D5-A85F7B89F2D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374332" y="5259649"/>
            <a:ext cx="677890" cy="677890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87C465D5-0561-6B51-F83D-1D06DE4B30C3}"/>
              </a:ext>
            </a:extLst>
          </p:cNvPr>
          <p:cNvSpPr txBox="1"/>
          <p:nvPr/>
        </p:nvSpPr>
        <p:spPr>
          <a:xfrm>
            <a:off x="4261998" y="3606718"/>
            <a:ext cx="116708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5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Logistic Regression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F150BCF-CB4F-30B6-6B8A-19D7B7C83F43}"/>
              </a:ext>
            </a:extLst>
          </p:cNvPr>
          <p:cNvSpPr txBox="1"/>
          <p:nvPr/>
        </p:nvSpPr>
        <p:spPr>
          <a:xfrm>
            <a:off x="6177785" y="3606718"/>
            <a:ext cx="1412537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5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Neural Network (FCNN)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23684A1-F2B3-393B-03A5-6ECBA1CAA46B}"/>
              </a:ext>
            </a:extLst>
          </p:cNvPr>
          <p:cNvSpPr txBox="1"/>
          <p:nvPr/>
        </p:nvSpPr>
        <p:spPr>
          <a:xfrm>
            <a:off x="5303347" y="3606718"/>
            <a:ext cx="116708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5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Random Forest</a:t>
            </a:r>
          </a:p>
        </p:txBody>
      </p:sp>
      <p:pic>
        <p:nvPicPr>
          <p:cNvPr id="77" name="Graphic 76" descr="Scatterplot outline">
            <a:extLst>
              <a:ext uri="{FF2B5EF4-FFF2-40B4-BE49-F238E27FC236}">
                <a16:creationId xmlns:a16="http://schemas.microsoft.com/office/drawing/2014/main" id="{D42A3C75-7555-C057-4AC2-02CD5C924DE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419725" y="2898157"/>
            <a:ext cx="830998" cy="830998"/>
          </a:xfrm>
          <a:prstGeom prst="rect">
            <a:avLst/>
          </a:prstGeom>
        </p:spPr>
      </p:pic>
      <p:pic>
        <p:nvPicPr>
          <p:cNvPr id="79" name="Graphic 78" descr="Hierarchy outline">
            <a:extLst>
              <a:ext uri="{FF2B5EF4-FFF2-40B4-BE49-F238E27FC236}">
                <a16:creationId xmlns:a16="http://schemas.microsoft.com/office/drawing/2014/main" id="{E9C6C3F4-3B0B-452B-790B-4ABB7A700C2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543550" y="2970162"/>
            <a:ext cx="706487" cy="706487"/>
          </a:xfrm>
          <a:prstGeom prst="rect">
            <a:avLst/>
          </a:prstGeom>
        </p:spPr>
      </p:pic>
      <p:pic>
        <p:nvPicPr>
          <p:cNvPr id="81" name="Graphic 80" descr="Layers Design outline">
            <a:extLst>
              <a:ext uri="{FF2B5EF4-FFF2-40B4-BE49-F238E27FC236}">
                <a16:creationId xmlns:a16="http://schemas.microsoft.com/office/drawing/2014/main" id="{CC2A14D1-55CC-8C7B-A33F-10BD7EEAC7F9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476438" y="2939949"/>
            <a:ext cx="706488" cy="706488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5BD73C2B-8734-CECA-176F-52E7504CFFDA}"/>
              </a:ext>
            </a:extLst>
          </p:cNvPr>
          <p:cNvSpPr txBox="1"/>
          <p:nvPr/>
        </p:nvSpPr>
        <p:spPr>
          <a:xfrm>
            <a:off x="4571174" y="4405771"/>
            <a:ext cx="2471307" cy="510778"/>
          </a:xfrm>
          <a:prstGeom prst="round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Parameter tuning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CA" sz="1200" dirty="0">
                <a:solidFill>
                  <a:schemeClr val="bg1"/>
                </a:solidFill>
                <a:latin typeface="Arial" panose="020B0604020202020204"/>
              </a:rPr>
              <a:t>R</a:t>
            </a:r>
            <a:r>
              <a:rPr kumimoji="0" lang="en-CA" sz="12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egularization</a:t>
            </a:r>
            <a:r>
              <a:rPr kumimoji="0" lang="en-CA" sz="1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01289B8-F119-B8BE-907A-8849F2AC6592}"/>
              </a:ext>
            </a:extLst>
          </p:cNvPr>
          <p:cNvSpPr txBox="1"/>
          <p:nvPr/>
        </p:nvSpPr>
        <p:spPr>
          <a:xfrm>
            <a:off x="6093037" y="4448059"/>
            <a:ext cx="11981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Cross-validation</a:t>
            </a:r>
          </a:p>
        </p:txBody>
      </p:sp>
    </p:spTree>
    <p:extLst>
      <p:ext uri="{BB962C8B-B14F-4D97-AF65-F5344CB8AC3E}">
        <p14:creationId xmlns:p14="http://schemas.microsoft.com/office/powerpoint/2010/main" val="2563166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D0140-C9A5-F403-D4EB-9E18B3D46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5562B-1EEF-C9FF-56A3-D51FFD984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81839"/>
            <a:ext cx="10890929" cy="1097280"/>
          </a:xfrm>
        </p:spPr>
        <p:txBody>
          <a:bodyPr/>
          <a:lstStyle/>
          <a:p>
            <a:r>
              <a:rPr lang="en-CA" dirty="0"/>
              <a:t>ML-9 Team Project: Stroke Prediction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E9FAE5-4BA8-114C-9436-EAA05E438F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9CAE849-F787-4983-49D6-5DA2910241F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9483466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249</Words>
  <Application>Microsoft Office PowerPoint</Application>
  <PresentationFormat>Widescreen</PresentationFormat>
  <Paragraphs>52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Calibri</vt:lpstr>
      <vt:lpstr>Wingdings</vt:lpstr>
      <vt:lpstr>DashVTI</vt:lpstr>
      <vt:lpstr>The Cost of Stroke in Canada</vt:lpstr>
      <vt:lpstr>ML-9 Team Project: Stroke Prediction</vt:lpstr>
      <vt:lpstr>ML-9 Team Project: Stroke Prediction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Christina Lamparter</dc:creator>
  <cp:lastModifiedBy>Christina Lamparter</cp:lastModifiedBy>
  <cp:revision>1</cp:revision>
  <dcterms:created xsi:type="dcterms:W3CDTF">2025-11-13T15:52:40Z</dcterms:created>
  <dcterms:modified xsi:type="dcterms:W3CDTF">2025-11-13T18:59:16Z</dcterms:modified>
</cp:coreProperties>
</file>